
<file path=[Content_Types].xml><?xml version="1.0" encoding="utf-8"?>
<Types xmlns="http://schemas.openxmlformats.org/package/2006/content-types">
  <Default ContentType="application/x-fontdata" Extension="fntdata"/>
  <Default ContentType="image/jpeg" Extension="jpg"/>
  <Default ContentType="image/png" Extension="png"/>
  <Default ContentType="application/vnd.openxmlformats-package.relationships+xml" Extension="rels"/>
  <Default ContentType="application/xml" Extension="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25.xml"/>
  <Override ContentType="application/vnd.openxmlformats-officedocument.presentationml.slideLayout+xml" PartName="/ppt/slideLayouts/slideLayout26.xml"/>
  <Override ContentType="application/vnd.openxmlformats-officedocument.presentationml.slideLayout+xml" PartName="/ppt/slideLayouts/slideLayout27.xml"/>
  <Override ContentType="application/vnd.openxmlformats-officedocument.presentationml.slideLayout+xml" PartName="/ppt/slideLayouts/slideLayout28.xml"/>
  <Override ContentType="application/vnd.openxmlformats-officedocument.presentationml.slideLayout+xml" PartName="/ppt/slideLayouts/slideLayout29.xml"/>
  <Override ContentType="application/vnd.openxmlformats-officedocument.presentationml.slideLayout+xml" PartName="/ppt/slideLayouts/slideLayout3.xml"/>
  <Override ContentType="application/vnd.openxmlformats-officedocument.presentationml.slideLayout+xml" PartName="/ppt/slideLayouts/slideLayout30.xml"/>
  <Override ContentType="application/vnd.openxmlformats-officedocument.presentationml.slideLayout+xml" PartName="/ppt/slideLayouts/slideLayout31.xml"/>
  <Override ContentType="application/vnd.openxmlformats-officedocument.presentationml.slideLayout+xml" PartName="/ppt/slideLayouts/slideLayout32.xml"/>
  <Override ContentType="application/vnd.openxmlformats-officedocument.presentationml.slideLayout+xml" PartName="/ppt/slideLayouts/slideLayout33.xml"/>
  <Override ContentType="application/vnd.openxmlformats-officedocument.presentationml.slideLayout+xml" PartName="/ppt/slideLayouts/slideLayout34.xml"/>
  <Override ContentType="application/vnd.openxmlformats-officedocument.presentationml.slideLayout+xml" PartName="/ppt/slideLayouts/slideLayout35.xml"/>
  <Override ContentType="application/vnd.openxmlformats-officedocument.presentationml.slideLayout+xml" PartName="/ppt/slideLayouts/slideLayout36.xml"/>
  <Override ContentType="application/vnd.openxmlformats-officedocument.presentationml.slideLayout+xml" PartName="/ppt/slideLayouts/slideLayout37.xml"/>
  <Override ContentType="application/vnd.openxmlformats-officedocument.presentationml.slideLayout+xml" PartName="/ppt/slideLayouts/slideLayout38.xml"/>
  <Override ContentType="application/vnd.openxmlformats-officedocument.presentationml.slideLayout+xml" PartName="/ppt/slideLayouts/slideLayout39.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arget="ppt/presentation.xml" Type="http://schemas.openxmlformats.org/officeDocument/2006/relationships/officeDocument"/></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aveSubsetFonts="1" strictFirstAndLastChars="0">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Lst>
  <p:sldSz cx="9144000" cy="5143500"/>
  <p:notesSz cx="6858000" cy="9144000"/>
  <p:embeddedFontLst>
    <p:embeddedFont>
      <p:font typeface="Urbanist Medium"/>
      <p:regular r:id="rId13"/>
      <p:bold r:id="rId14"/>
      <p:italic r:id="rId15"/>
      <p:boldItalic r:id="rId16"/>
    </p:embeddedFont>
    <p:embeddedFont>
      <p:font typeface="Urbanist SemiBold"/>
      <p:regular r:id="rId17"/>
      <p:bold r:id="rId18"/>
      <p:italic r:id="rId19"/>
      <p:boldItalic r:id="rId20"/>
    </p:embeddedFont>
    <p:embeddedFont>
      <p:font typeface="Urbanist"/>
      <p:regular r:id="rId21"/>
      <p:bold r:id="rId22"/>
      <p:italic r:id="rId23"/>
      <p:boldItalic r:id="rId24"/>
    </p:embeddedFont>
    <p:embeddedFont>
      <p:font typeface="Roboto Mono"/>
      <p:regular r:id="rId25"/>
      <p:bold r:id="rId26"/>
      <p:italic r:id="rId27"/>
      <p:boldItalic r:id="rId28"/>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d="100" n="100"/>
          <a:sy d="100" n="100"/>
        </p:scale>
        <p:origin x="0" y="0"/>
      </p:cViewPr>
      <p:guideLst>
        <p:guide orient="horz" pos="1620"/>
        <p:guide pos="2880"/>
      </p:guideLst>
    </p:cSldViewPr>
  </p:slideViewPr>
</p:viewPr>
</file>

<file path=ppt/_rels/presentation.xml.rels><?xml version="1.0" encoding="UTF-8" standalone="yes"?><Relationships xmlns="http://schemas.openxmlformats.org/package/2006/relationships"><Relationship Id="rId27" Target="fonts/RobotoMono-italic.fntdata" Type="http://schemas.openxmlformats.org/officeDocument/2006/relationships/font"/><Relationship Id="rId26" Target="fonts/RobotoMono-bold.fntdata" Type="http://schemas.openxmlformats.org/officeDocument/2006/relationships/font"/><Relationship Id="rId25" Target="fonts/RobotoMono-regular.fntdata" Type="http://schemas.openxmlformats.org/officeDocument/2006/relationships/font"/><Relationship Id="rId24" Target="fonts/Urbanist-boldItalic.fntdata" Type="http://schemas.openxmlformats.org/officeDocument/2006/relationships/font"/><Relationship Id="rId23" Target="fonts/Urbanist-italic.fntdata" Type="http://schemas.openxmlformats.org/officeDocument/2006/relationships/font"/><Relationship Id="rId22" Target="fonts/Urbanist-bold.fntdata" Type="http://schemas.openxmlformats.org/officeDocument/2006/relationships/font"/><Relationship Id="rId21" Target="fonts/Urbanist-regular.fntdata" Type="http://schemas.openxmlformats.org/officeDocument/2006/relationships/font"/><Relationship Id="rId20" Target="fonts/UrbanistSemiBold-boldItalic.fntdata" Type="http://schemas.openxmlformats.org/officeDocument/2006/relationships/font"/><Relationship Id="rId19" Target="fonts/UrbanistSemiBold-italic.fntdata" Type="http://schemas.openxmlformats.org/officeDocument/2006/relationships/font"/><Relationship Id="rId18" Target="fonts/UrbanistSemiBold-bold.fntdata" Type="http://schemas.openxmlformats.org/officeDocument/2006/relationships/font"/><Relationship Id="rId17" Target="fonts/UrbanistSemiBold-regular.fntdata" Type="http://schemas.openxmlformats.org/officeDocument/2006/relationships/font"/><Relationship Id="rId16" Target="fonts/UrbanistMedium-boldItalic.fntdata" Type="http://schemas.openxmlformats.org/officeDocument/2006/relationships/font"/><Relationship Id="rId15" Target="fonts/UrbanistMedium-italic.fntdata" Type="http://schemas.openxmlformats.org/officeDocument/2006/relationships/font"/><Relationship Id="rId14" Target="fonts/UrbanistMedium-bold.fntdata" Type="http://schemas.openxmlformats.org/officeDocument/2006/relationships/font"/><Relationship Id="rId13" Target="fonts/UrbanistMedium-regular.fntdata" Type="http://schemas.openxmlformats.org/officeDocument/2006/relationships/font"/><Relationship Id="rId12" Target="slides/slide7.xml" Type="http://schemas.openxmlformats.org/officeDocument/2006/relationships/slide"/><Relationship Id="rId11" Target="slides/slide6.xml" Type="http://schemas.openxmlformats.org/officeDocument/2006/relationships/slide"/><Relationship Id="rId10" Target="slides/slide5.xml" Type="http://schemas.openxmlformats.org/officeDocument/2006/relationships/slide"/><Relationship Id="rId9" Target="slides/slide4.xml" Type="http://schemas.openxmlformats.org/officeDocument/2006/relationships/slide"/><Relationship Id="rId8" Target="slides/slide3.xml" Type="http://schemas.openxmlformats.org/officeDocument/2006/relationships/slide"/><Relationship Id="rId7" Target="slides/slide2.xml" Type="http://schemas.openxmlformats.org/officeDocument/2006/relationships/slide"/><Relationship Id="rId6" Target="slides/slide1.xml" Type="http://schemas.openxmlformats.org/officeDocument/2006/relationships/slide"/><Relationship Id="rId5" Target="notesMasters/notesMaster1.xml" Type="http://schemas.openxmlformats.org/officeDocument/2006/relationships/notesMaster"/><Relationship Id="rId4" Target="slideMasters/slideMaster1.xml" Type="http://schemas.openxmlformats.org/officeDocument/2006/relationships/slideMaster"/><Relationship Id="rId3" Target="presProps.xml" Type="http://schemas.openxmlformats.org/officeDocument/2006/relationships/presProps"/><Relationship Id="rId2" Target="viewProps.xml" Type="http://schemas.openxmlformats.org/officeDocument/2006/relationships/viewProps"/><Relationship Id="rId28" Target="fonts/RobotoMono-boldItalic.fntdata" Type="http://schemas.openxmlformats.org/officeDocument/2006/relationships/font"/><Relationship Id="rId1" Target="theme/theme1.xml" Type="http://schemas.openxmlformats.org/officeDocument/2006/relationships/theme"/></Relationships>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4" name="Google Shape;4;n"/>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folHlink="folHlink" hlink="hlink" tx1="dk1" tx2="lt2"/>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5.xml.rels><?xml version="1.0" encoding="UTF-8" standalone="yes"?><Relationships xmlns="http://schemas.openxmlformats.org/package/2006/relationships"><Relationship Id="rId2" Target="../slides/slide5.xml" Type="http://schemas.openxmlformats.org/officeDocument/2006/relationships/slide"/><Relationship Id="rId1" Target="../notesMasters/notesMaster1.xml" Type="http://schemas.openxmlformats.org/officeDocument/2006/relationships/notesMaster"/></Relationships>
</file>

<file path=ppt/notesSlides/_rels/notesSlide6.xml.rels><?xml version="1.0" encoding="UTF-8" standalone="yes"?><Relationships xmlns="http://schemas.openxmlformats.org/package/2006/relationships"><Relationship Id="rId2" Target="../slides/slide6.xml" Type="http://schemas.openxmlformats.org/officeDocument/2006/relationships/slide"/><Relationship Id="rId1" Target="../notesMasters/notesMaster1.xml" Type="http://schemas.openxmlformats.org/officeDocument/2006/relationships/notesMaster"/></Relationships>
</file>

<file path=ppt/notesSlides/_rels/notesSlide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92b7c4e2a4_0_5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92b7c4e2a4_0_503: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8cf1fc791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b8cf1fc791_0_4: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92b87dc3a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92b87dc3a4_0_5: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8d44685c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b8d44685c3_0_2: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8d44685c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b8d44685c3_0_2: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b8d44685c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b8d44685c3_0_2: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b8d63074f8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b8d63074f8_1_1: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2" Target="../media/image1.png" Type="http://schemas.openxmlformats.org/officeDocument/2006/relationships/image"/><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2" Target="../media/image2.png" Type="http://schemas.openxmlformats.org/officeDocument/2006/relationships/image"/><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2" Target="../media/image4.jpg" Type="http://schemas.openxmlformats.org/officeDocument/2006/relationships/image"/><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4.xml.rels><?xml version="1.0" encoding="UTF-8" standalone="yes"?><Relationships xmlns="http://schemas.openxmlformats.org/package/2006/relationships"><Relationship Id="rId2" Target="../media/image2.png" Type="http://schemas.openxmlformats.org/officeDocument/2006/relationships/image"/><Relationship Id="rId1" Target="../slideMasters/slideMaster1.xml" Type="http://schemas.openxmlformats.org/officeDocument/2006/relationships/slideMaster"/></Relationships>
</file>

<file path=ppt/slideLayouts/_rels/slideLayout1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ALT 1">
  <p:cSld name="BLANK_4">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mt="50000"/>
          </a:blip>
          <a:srcRect b="8145" l="3133" r="7834" t="16785"/>
          <a:stretch/>
        </p:blipFill>
        <p:spPr>
          <a:xfrm flipH="1" rot="10800000">
            <a:off x="0" y="-3474"/>
            <a:ext cx="9161550" cy="5154499"/>
          </a:xfrm>
          <a:prstGeom prst="rect">
            <a:avLst/>
          </a:prstGeom>
          <a:noFill/>
          <a:ln>
            <a:noFill/>
          </a:ln>
        </p:spPr>
      </p:pic>
      <p:sp>
        <p:nvSpPr>
          <p:cNvPr id="11" name="Google Shape;11;p2"/>
          <p:cNvSpPr/>
          <p:nvPr/>
        </p:nvSpPr>
        <p:spPr>
          <a:xfrm flipH="1" rot="10800000">
            <a:off x="0" y="4676700"/>
            <a:ext cx="9149700" cy="466800"/>
          </a:xfrm>
          <a:prstGeom prst="rect">
            <a:avLst/>
          </a:prstGeom>
          <a:solidFill>
            <a:schemeClr val="dk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2" name="Google Shape;12;p2"/>
          <p:cNvSpPr txBox="1"/>
          <p:nvPr>
            <p:ph idx="1" type="subTitle"/>
          </p:nvPr>
        </p:nvSpPr>
        <p:spPr>
          <a:xfrm>
            <a:off x="228600" y="1738950"/>
            <a:ext cx="4402800" cy="252000"/>
          </a:xfrm>
          <a:prstGeom prst="rect">
            <a:avLst/>
          </a:prstGeom>
        </p:spPr>
        <p:txBody>
          <a:bodyPr anchor="t" anchorCtr="0" bIns="0" lIns="0" numCol="1" rIns="0" spcFirstLastPara="1" tIns="0" wrap="square">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13" name="Google Shape;13;p2"/>
          <p:cNvSpPr txBox="1"/>
          <p:nvPr>
            <p:ph idx="2"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4" name="Google Shape;14;p2"/>
          <p:cNvSpPr txBox="1"/>
          <p:nvPr>
            <p:ph idx="3"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5" name="Google Shape;15;p2"/>
          <p:cNvSpPr txBox="1"/>
          <p:nvPr>
            <p:ph idx="4"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 name="Google Shape;16;p2"/>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7" name="Google Shape;17;p2"/>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8" name="Google Shape;18;p2"/>
          <p:cNvSpPr txBox="1"/>
          <p:nvPr>
            <p:ph type="title"/>
          </p:nvPr>
        </p:nvSpPr>
        <p:spPr>
          <a:xfrm>
            <a:off x="228600" y="228600"/>
            <a:ext cx="6658800" cy="1419000"/>
          </a:xfrm>
          <a:prstGeom prst="rect">
            <a:avLst/>
          </a:prstGeom>
        </p:spPr>
        <p:txBody>
          <a:bodyPr anchor="t" anchorCtr="0" bIns="0" lIns="0" numCol="1" rIns="0" spcFirstLastPara="1" tIns="0" wrap="square">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9" name="Google Shape;19;p2"/>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20" name="Google Shape;20;p2"/>
          <p:cNvSpPr txBox="1"/>
          <p:nvPr>
            <p:ph idx="5" type="subTitle"/>
          </p:nvPr>
        </p:nvSpPr>
        <p:spPr>
          <a:xfrm>
            <a:off x="297075" y="4175900"/>
            <a:ext cx="1264800" cy="228600"/>
          </a:xfrm>
          <a:prstGeom prst="rect">
            <a:avLst/>
          </a:prstGeom>
        </p:spPr>
        <p:txBody>
          <a:bodyPr anchor="t" anchorCtr="0" bIns="0" lIns="0" numCol="1" rIns="0" spcFirstLastPara="1" tIns="0" wrap="square">
            <a:noAutofit/>
          </a:bodyPr>
          <a:lstStyle>
            <a:lvl1pPr algn="ctr" lvl="0">
              <a:spcBef>
                <a:spcPts val="0"/>
              </a:spcBef>
              <a:spcAft>
                <a:spcPts val="0"/>
              </a:spcAft>
              <a:buClr>
                <a:schemeClr val="lt1"/>
              </a:buClr>
              <a:buSzPts val="1200"/>
              <a:buFont typeface="Urbanist"/>
              <a:buNone/>
              <a:defRPr sz="1200"/>
            </a:lvl1pPr>
            <a:lvl2pPr algn="ct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algn="ct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algn="ct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algn="ct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algn="ct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algn="ct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algn="ct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algn="ct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1" name="Google Shape;21;p2"/>
          <p:cNvSpPr txBox="1"/>
          <p:nvPr>
            <p:ph idx="6" type="subTitle"/>
          </p:nvPr>
        </p:nvSpPr>
        <p:spPr>
          <a:xfrm>
            <a:off x="1786375" y="4175900"/>
            <a:ext cx="1264800" cy="228600"/>
          </a:xfrm>
          <a:prstGeom prst="rect">
            <a:avLst/>
          </a:prstGeom>
        </p:spPr>
        <p:txBody>
          <a:bodyPr anchor="t" anchorCtr="0" bIns="0" lIns="0" numCol="1" rIns="0" spcFirstLastPara="1" tIns="0" wrap="square">
            <a:noAutofit/>
          </a:bodyPr>
          <a:lstStyle>
            <a:lvl1pPr algn="ctr" lvl="0">
              <a:spcBef>
                <a:spcPts val="0"/>
              </a:spcBef>
              <a:spcAft>
                <a:spcPts val="0"/>
              </a:spcAft>
              <a:buClr>
                <a:schemeClr val="lt1"/>
              </a:buClr>
              <a:buSzPts val="1200"/>
              <a:buFont typeface="Urbanist"/>
              <a:buNone/>
              <a:defRPr sz="1200"/>
            </a:lvl1pPr>
            <a:lvl2pPr algn="ct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algn="ct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algn="ct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algn="ct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algn="ct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algn="ct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algn="ct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algn="ct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22" name="Google Shape;22;p2"/>
          <p:cNvSpPr txBox="1"/>
          <p:nvPr>
            <p:ph idx="7" type="subTitle"/>
          </p:nvPr>
        </p:nvSpPr>
        <p:spPr>
          <a:xfrm>
            <a:off x="228591" y="3454475"/>
            <a:ext cx="4659600" cy="2520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
        <p:nvSpPr>
          <p:cNvPr id="23" name="Google Shape;23;p2"/>
          <p:cNvSpPr txBox="1"/>
          <p:nvPr>
            <p:ph idx="8" type="subTitle"/>
          </p:nvPr>
        </p:nvSpPr>
        <p:spPr>
          <a:xfrm>
            <a:off x="228591" y="3743050"/>
            <a:ext cx="4659600" cy="2520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a:buNone/>
              <a:defRPr b="1" sz="1200"/>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1">
  <p:cSld name="BLANK_1_1_2">
    <p:spTree>
      <p:nvGrpSpPr>
        <p:cNvPr id="24" name="Shape 24"/>
        <p:cNvGrpSpPr/>
        <p:nvPr/>
      </p:nvGrpSpPr>
      <p:grpSpPr>
        <a:xfrm>
          <a:off x="0" y="0"/>
          <a:ext cx="0" cy="0"/>
          <a:chOff x="0" y="0"/>
          <a:chExt cx="0" cy="0"/>
        </a:xfrm>
      </p:grpSpPr>
      <p:sp>
        <p:nvSpPr>
          <p:cNvPr id="25" name="Google Shape;25;p3"/>
          <p:cNvSpPr txBox="1"/>
          <p:nvPr>
            <p:ph type="title"/>
          </p:nvPr>
        </p:nvSpPr>
        <p:spPr>
          <a:xfrm>
            <a:off x="228600" y="395043"/>
            <a:ext cx="6480300" cy="587700"/>
          </a:xfrm>
          <a:prstGeom prst="rect">
            <a:avLst/>
          </a:prstGeom>
        </p:spPr>
        <p:txBody>
          <a:bodyPr anchor="t" anchorCtr="0" bIns="91425" lIns="0" numCol="1" rIns="91425" spcFirstLastPara="1" tIns="0" wrap="square">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6" name="Google Shape;26;p3"/>
          <p:cNvSpPr txBox="1"/>
          <p:nvPr>
            <p:ph idx="1" type="body"/>
          </p:nvPr>
        </p:nvSpPr>
        <p:spPr>
          <a:xfrm>
            <a:off x="228600" y="1743625"/>
            <a:ext cx="4296600" cy="2709000"/>
          </a:xfrm>
          <a:prstGeom prst="rect">
            <a:avLst/>
          </a:prstGeom>
        </p:spPr>
        <p:txBody>
          <a:bodyPr anchor="b" anchorCtr="0" bIns="91425" lIns="0"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27" name="Google Shape;27;p3"/>
          <p:cNvSpPr txBox="1"/>
          <p:nvPr>
            <p:ph idx="2"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8" name="Google Shape;28;p3"/>
          <p:cNvSpPr txBox="1"/>
          <p:nvPr>
            <p:ph idx="3"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 name="Google Shape;29;p3"/>
          <p:cNvSpPr txBox="1"/>
          <p:nvPr>
            <p:ph idx="4"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0" name="Google Shape;30;p3"/>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lt1"/>
              </a:solidFill>
              <a:latin typeface="Urbanist"/>
              <a:ea typeface="Urbanist"/>
              <a:cs typeface="Urbanist"/>
              <a:sym typeface="Urbanist"/>
            </a:endParaRPr>
          </a:p>
        </p:txBody>
      </p:sp>
      <p:sp>
        <p:nvSpPr>
          <p:cNvPr id="31" name="Google Shape;31;p3"/>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lt1"/>
              </a:solidFill>
              <a:latin typeface="Urbanist"/>
              <a:ea typeface="Urbanist"/>
              <a:cs typeface="Urbanist"/>
              <a:sym typeface="Urbanist"/>
            </a:endParaRPr>
          </a:p>
        </p:txBody>
      </p:sp>
      <p:cxnSp>
        <p:nvCxnSpPr>
          <p:cNvPr id="32" name="Google Shape;32;p3"/>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values">
  <p:cSld name="BLANK_1_1_1_1">
    <p:spTree>
      <p:nvGrpSpPr>
        <p:cNvPr id="33" name="Shape 33"/>
        <p:cNvGrpSpPr/>
        <p:nvPr/>
      </p:nvGrpSpPr>
      <p:grpSpPr>
        <a:xfrm>
          <a:off x="0" y="0"/>
          <a:ext cx="0" cy="0"/>
          <a:chOff x="0" y="0"/>
          <a:chExt cx="0" cy="0"/>
        </a:xfrm>
      </p:grpSpPr>
      <p:sp>
        <p:nvSpPr>
          <p:cNvPr id="34" name="Google Shape;34;p4"/>
          <p:cNvSpPr txBox="1"/>
          <p:nvPr>
            <p:ph idx="1" type="subTitle"/>
          </p:nvPr>
        </p:nvSpPr>
        <p:spPr>
          <a:xfrm>
            <a:off x="228600" y="228600"/>
            <a:ext cx="2920800" cy="228600"/>
          </a:xfrm>
          <a:prstGeom prst="rect">
            <a:avLst/>
          </a:prstGeom>
        </p:spPr>
        <p:txBody>
          <a:bodyPr anchor="t" anchorCtr="0" bIns="0" lIns="0" numCol="1" rIns="0" spcFirstLastPara="1" tIns="0" wrap="square">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35" name="Google Shape;35;p4"/>
          <p:cNvSpPr txBox="1"/>
          <p:nvPr>
            <p:ph type="title"/>
          </p:nvPr>
        </p:nvSpPr>
        <p:spPr>
          <a:xfrm>
            <a:off x="228600" y="613525"/>
            <a:ext cx="7223400" cy="422100"/>
          </a:xfrm>
          <a:prstGeom prst="rect">
            <a:avLst/>
          </a:prstGeom>
        </p:spPr>
        <p:txBody>
          <a:bodyPr anchor="t" anchorCtr="0" bIns="91425" lIns="0" numCol="1" rIns="91425" spcFirstLastPara="1" tIns="0" wrap="square">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p:txBody>
      </p:sp>
      <p:sp>
        <p:nvSpPr>
          <p:cNvPr id="36" name="Google Shape;36;p4"/>
          <p:cNvSpPr txBox="1"/>
          <p:nvPr>
            <p:ph idx="2"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7" name="Google Shape;37;p4"/>
          <p:cNvSpPr txBox="1"/>
          <p:nvPr>
            <p:ph idx="3"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8" name="Google Shape;38;p4"/>
          <p:cNvSpPr txBox="1"/>
          <p:nvPr>
            <p:ph idx="4"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9" name="Google Shape;39;p4"/>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40" name="Google Shape;40;p4"/>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cxnSp>
        <p:nvCxnSpPr>
          <p:cNvPr id="41" name="Google Shape;41;p4"/>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42" name="Google Shape;42;p4"/>
          <p:cNvSpPr txBox="1"/>
          <p:nvPr>
            <p:ph idx="5" type="subTitle"/>
          </p:nvPr>
        </p:nvSpPr>
        <p:spPr>
          <a:xfrm>
            <a:off x="254625" y="1638300"/>
            <a:ext cx="1128900" cy="1188300"/>
          </a:xfrm>
          <a:prstGeom prst="rect">
            <a:avLst/>
          </a:prstGeom>
        </p:spPr>
        <p:txBody>
          <a:bodyPr anchor="t" anchorCtr="0" bIns="91425" lIns="0" numCol="1" rIns="91425" spcFirstLastPara="1" tIns="0" wrap="square">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3" name="Google Shape;43;p4"/>
          <p:cNvSpPr txBox="1"/>
          <p:nvPr>
            <p:ph idx="6" type="subTitle"/>
          </p:nvPr>
        </p:nvSpPr>
        <p:spPr>
          <a:xfrm>
            <a:off x="3275850" y="1638300"/>
            <a:ext cx="1128900" cy="1188300"/>
          </a:xfrm>
          <a:prstGeom prst="rect">
            <a:avLst/>
          </a:prstGeom>
        </p:spPr>
        <p:txBody>
          <a:bodyPr anchor="t" anchorCtr="0" bIns="91425" lIns="0" numCol="1" rIns="91425" spcFirstLastPara="1" tIns="0" wrap="square">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4" name="Google Shape;44;p4"/>
          <p:cNvSpPr txBox="1"/>
          <p:nvPr>
            <p:ph idx="7" type="subTitle"/>
          </p:nvPr>
        </p:nvSpPr>
        <p:spPr>
          <a:xfrm>
            <a:off x="6215463" y="1638300"/>
            <a:ext cx="1128900" cy="1188300"/>
          </a:xfrm>
          <a:prstGeom prst="rect">
            <a:avLst/>
          </a:prstGeom>
        </p:spPr>
        <p:txBody>
          <a:bodyPr anchor="t" anchorCtr="0" bIns="91425" lIns="0" numCol="1" rIns="91425" spcFirstLastPara="1" tIns="0" wrap="square">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p:txBody>
      </p:sp>
      <p:sp>
        <p:nvSpPr>
          <p:cNvPr id="45" name="Google Shape;45;p4"/>
          <p:cNvSpPr txBox="1"/>
          <p:nvPr>
            <p:ph idx="8" type="body"/>
          </p:nvPr>
        </p:nvSpPr>
        <p:spPr>
          <a:xfrm>
            <a:off x="288575" y="3386400"/>
            <a:ext cx="2665200" cy="1188300"/>
          </a:xfrm>
          <a:prstGeom prst="rect">
            <a:avLst/>
          </a:prstGeom>
        </p:spPr>
        <p:txBody>
          <a:bodyPr anchor="b" anchorCtr="0" bIns="91425" lIns="0" numCol="1" rIns="91425" spcFirstLastPara="1" tIns="0" wrap="square">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6" name="Google Shape;46;p4"/>
          <p:cNvSpPr txBox="1"/>
          <p:nvPr>
            <p:ph idx="9" type="body"/>
          </p:nvPr>
        </p:nvSpPr>
        <p:spPr>
          <a:xfrm>
            <a:off x="6121413" y="3386400"/>
            <a:ext cx="2665200" cy="1188300"/>
          </a:xfrm>
          <a:prstGeom prst="rect">
            <a:avLst/>
          </a:prstGeom>
        </p:spPr>
        <p:txBody>
          <a:bodyPr anchor="b" anchorCtr="0" bIns="91425" lIns="0" numCol="1" rIns="91425" spcFirstLastPara="1" tIns="0" wrap="square">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47" name="Google Shape;47;p4"/>
          <p:cNvSpPr txBox="1"/>
          <p:nvPr>
            <p:ph idx="13" type="body"/>
          </p:nvPr>
        </p:nvSpPr>
        <p:spPr>
          <a:xfrm>
            <a:off x="3192450" y="3386400"/>
            <a:ext cx="2665200" cy="1188300"/>
          </a:xfrm>
          <a:prstGeom prst="rect">
            <a:avLst/>
          </a:prstGeom>
        </p:spPr>
        <p:txBody>
          <a:bodyPr anchor="b" anchorCtr="0" bIns="91425" lIns="0" numCol="1" rIns="91425" spcFirstLastPara="1" tIns="0" wrap="square">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nd image ALT 2">
  <p:cSld name="CUSTOM_3">
    <p:spTree>
      <p:nvGrpSpPr>
        <p:cNvPr id="48" name="Shape 48"/>
        <p:cNvGrpSpPr/>
        <p:nvPr/>
      </p:nvGrpSpPr>
      <p:grpSpPr>
        <a:xfrm>
          <a:off x="0" y="0"/>
          <a:ext cx="0" cy="0"/>
          <a:chOff x="0" y="0"/>
          <a:chExt cx="0" cy="0"/>
        </a:xfrm>
      </p:grpSpPr>
      <p:sp>
        <p:nvSpPr>
          <p:cNvPr id="49" name="Google Shape;49;p5"/>
          <p:cNvSpPr/>
          <p:nvPr>
            <p:ph idx="2" type="pic"/>
          </p:nvPr>
        </p:nvSpPr>
        <p:spPr>
          <a:xfrm>
            <a:off x="246150" y="237650"/>
            <a:ext cx="4196400" cy="4438200"/>
          </a:xfrm>
          <a:prstGeom prst="rect">
            <a:avLst/>
          </a:prstGeom>
          <a:noFill/>
          <a:ln>
            <a:noFill/>
          </a:ln>
        </p:spPr>
      </p:sp>
      <p:sp>
        <p:nvSpPr>
          <p:cNvPr id="50" name="Google Shape;50;p5"/>
          <p:cNvSpPr txBox="1"/>
          <p:nvPr>
            <p:ph type="title"/>
          </p:nvPr>
        </p:nvSpPr>
        <p:spPr>
          <a:xfrm>
            <a:off x="4591800" y="304700"/>
            <a:ext cx="3861900" cy="1920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1" name="Google Shape;51;p5"/>
          <p:cNvSpPr txBox="1"/>
          <p:nvPr>
            <p:ph idx="3" type="title"/>
          </p:nvPr>
        </p:nvSpPr>
        <p:spPr>
          <a:xfrm>
            <a:off x="4591800" y="738425"/>
            <a:ext cx="4290000" cy="20514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p:txBody>
      </p:sp>
      <p:sp>
        <p:nvSpPr>
          <p:cNvPr id="52" name="Google Shape;52;p5"/>
          <p:cNvSpPr txBox="1"/>
          <p:nvPr>
            <p:ph idx="1" type="body"/>
          </p:nvPr>
        </p:nvSpPr>
        <p:spPr>
          <a:xfrm>
            <a:off x="4618950" y="2205375"/>
            <a:ext cx="4290000" cy="1629600"/>
          </a:xfrm>
          <a:prstGeom prst="rect">
            <a:avLst/>
          </a:prstGeom>
        </p:spPr>
        <p:txBody>
          <a:bodyPr anchor="b" anchorCtr="0" bIns="91425" lIns="0" numCol="1" rIns="91425" spcFirstLastPara="1" tIns="0" wrap="square">
            <a:noAutofit/>
          </a:bodyPr>
          <a:lstStyle>
            <a:lvl1pPr indent="-304800" lvl="0" marL="457200">
              <a:spcBef>
                <a:spcPts val="0"/>
              </a:spcBef>
              <a:spcAft>
                <a:spcPts val="0"/>
              </a:spcAft>
              <a:buClr>
                <a:schemeClr val="lt1"/>
              </a:buClr>
              <a:buSzPts val="1200"/>
              <a:buFont typeface="Urbanist"/>
              <a:buChar char="●"/>
              <a:defRPr/>
            </a:lvl1pPr>
            <a:lvl2pPr indent="-304800" lvl="1" marL="914400">
              <a:spcBef>
                <a:spcPts val="0"/>
              </a:spcBef>
              <a:spcAft>
                <a:spcPts val="0"/>
              </a:spcAft>
              <a:buClr>
                <a:schemeClr val="lt1"/>
              </a:buClr>
              <a:buSzPts val="1200"/>
              <a:buFont typeface="Urbanist"/>
              <a:buChar char="○"/>
              <a:defRPr/>
            </a:lvl2pPr>
            <a:lvl3pPr indent="-304800" lvl="2" marL="1371600">
              <a:spcBef>
                <a:spcPts val="0"/>
              </a:spcBef>
              <a:spcAft>
                <a:spcPts val="0"/>
              </a:spcAft>
              <a:buClr>
                <a:schemeClr val="lt1"/>
              </a:buClr>
              <a:buSzPts val="1200"/>
              <a:buFont typeface="Urbanist"/>
              <a:buChar char="■"/>
              <a:defRPr/>
            </a:lvl3pPr>
            <a:lvl4pPr indent="-304800" lvl="3" marL="1828800">
              <a:spcBef>
                <a:spcPts val="0"/>
              </a:spcBef>
              <a:spcAft>
                <a:spcPts val="0"/>
              </a:spcAft>
              <a:buClr>
                <a:schemeClr val="lt1"/>
              </a:buClr>
              <a:buSzPts val="1200"/>
              <a:buFont typeface="Urbanist"/>
              <a:buChar char="●"/>
              <a:defRPr/>
            </a:lvl4pPr>
            <a:lvl5pPr indent="-304800" lvl="4" marL="2286000">
              <a:spcBef>
                <a:spcPts val="0"/>
              </a:spcBef>
              <a:spcAft>
                <a:spcPts val="0"/>
              </a:spcAft>
              <a:buClr>
                <a:schemeClr val="lt1"/>
              </a:buClr>
              <a:buSzPts val="1200"/>
              <a:buFont typeface="Urbanist"/>
              <a:buChar char="○"/>
              <a:defRPr/>
            </a:lvl5pPr>
            <a:lvl6pPr indent="-304800" lvl="5" marL="2743200">
              <a:spcBef>
                <a:spcPts val="0"/>
              </a:spcBef>
              <a:spcAft>
                <a:spcPts val="0"/>
              </a:spcAft>
              <a:buClr>
                <a:schemeClr val="lt1"/>
              </a:buClr>
              <a:buSzPts val="1200"/>
              <a:buFont typeface="Urbanist"/>
              <a:buChar char="■"/>
              <a:defRPr/>
            </a:lvl6pPr>
            <a:lvl7pPr indent="-304800" lvl="6" marL="3200400">
              <a:spcBef>
                <a:spcPts val="0"/>
              </a:spcBef>
              <a:spcAft>
                <a:spcPts val="0"/>
              </a:spcAft>
              <a:buClr>
                <a:schemeClr val="lt1"/>
              </a:buClr>
              <a:buSzPts val="1200"/>
              <a:buFont typeface="Urbanist"/>
              <a:buChar char="●"/>
              <a:defRPr/>
            </a:lvl7pPr>
            <a:lvl8pPr indent="-304800" lvl="7" marL="3657600">
              <a:spcBef>
                <a:spcPts val="0"/>
              </a:spcBef>
              <a:spcAft>
                <a:spcPts val="0"/>
              </a:spcAft>
              <a:buClr>
                <a:schemeClr val="lt1"/>
              </a:buClr>
              <a:buSzPts val="1200"/>
              <a:buFont typeface="Urbanist"/>
              <a:buChar char="○"/>
              <a:defRPr/>
            </a:lvl8pPr>
            <a:lvl9pPr indent="-304800" lvl="8" marL="4114800">
              <a:spcBef>
                <a:spcPts val="0"/>
              </a:spcBef>
              <a:spcAft>
                <a:spcPts val="0"/>
              </a:spcAft>
              <a:buClr>
                <a:schemeClr val="lt1"/>
              </a:buClr>
              <a:buSzPts val="1200"/>
              <a:buFont typeface="Urbanist"/>
              <a:buChar char="■"/>
              <a:defRPr/>
            </a:lvl9pPr>
          </a:lstStyle>
          <a:p/>
        </p:txBody>
      </p:sp>
      <p:sp>
        <p:nvSpPr>
          <p:cNvPr id="53" name="Google Shape;53;p5"/>
          <p:cNvSpPr txBox="1"/>
          <p:nvPr>
            <p:ph idx="4"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4" name="Google Shape;54;p5"/>
          <p:cNvSpPr txBox="1"/>
          <p:nvPr>
            <p:ph idx="5"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5" name="Google Shape;55;p5"/>
          <p:cNvSpPr txBox="1"/>
          <p:nvPr>
            <p:ph idx="6"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56" name="Google Shape;56;p5"/>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57" name="Google Shape;57;p5"/>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cxnSp>
        <p:nvCxnSpPr>
          <p:cNvPr id="58" name="Google Shape;58;p5"/>
          <p:cNvCxnSpPr/>
          <p:nvPr/>
        </p:nvCxnSpPr>
        <p:spPr>
          <a:xfrm>
            <a:off x="228600" y="226100"/>
            <a:ext cx="8687100" cy="0"/>
          </a:xfrm>
          <a:prstGeom prst="straightConnector1">
            <a:avLst/>
          </a:prstGeom>
          <a:noFill/>
          <a:ln cap="flat" cmpd="sng" w="9525">
            <a:solidFill>
              <a:schemeClr val="lt2"/>
            </a:solidFill>
            <a:prstDash val="solid"/>
            <a:round/>
            <a:headEnd len="med" type="none" w="med"/>
            <a:tailEnd len="med" type="none" w="med"/>
          </a:ln>
        </p:spPr>
      </p:cxnSp>
      <p:cxnSp>
        <p:nvCxnSpPr>
          <p:cNvPr id="59" name="Google Shape;59;p5"/>
          <p:cNvCxnSpPr/>
          <p:nvPr/>
        </p:nvCxnSpPr>
        <p:spPr>
          <a:xfrm>
            <a:off x="4444600" y="570000"/>
            <a:ext cx="4470900" cy="0"/>
          </a:xfrm>
          <a:prstGeom prst="straightConnector1">
            <a:avLst/>
          </a:prstGeom>
          <a:noFill/>
          <a:ln cap="flat" cmpd="sng" w="9525">
            <a:solidFill>
              <a:schemeClr val="lt2"/>
            </a:solidFill>
            <a:prstDash val="solid"/>
            <a:round/>
            <a:headEnd len="med" type="none" w="med"/>
            <a:tailEnd len="med" type="none" w="med"/>
          </a:ln>
        </p:spPr>
      </p:cxnSp>
      <p:cxnSp>
        <p:nvCxnSpPr>
          <p:cNvPr id="60" name="Google Shape;60;p5"/>
          <p:cNvCxnSpPr/>
          <p:nvPr/>
        </p:nvCxnSpPr>
        <p:spPr>
          <a:xfrm>
            <a:off x="4442500" y="226100"/>
            <a:ext cx="0" cy="4457700"/>
          </a:xfrm>
          <a:prstGeom prst="straightConnector1">
            <a:avLst/>
          </a:prstGeom>
          <a:noFill/>
          <a:ln cap="flat" cmpd="sng" w="9525">
            <a:solidFill>
              <a:schemeClr val="lt2"/>
            </a:solidFill>
            <a:prstDash val="solid"/>
            <a:round/>
            <a:headEnd len="med" type="none" w="med"/>
            <a:tailEnd len="med" type="none" w="med"/>
          </a:ln>
        </p:spPr>
      </p:cxnSp>
      <p:cxnSp>
        <p:nvCxnSpPr>
          <p:cNvPr id="61" name="Google Shape;61;p5"/>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1">
  <p:cSld name="BLANK_1_1_1_1_3">
    <p:spTree>
      <p:nvGrpSpPr>
        <p:cNvPr id="62" name="Shape 62"/>
        <p:cNvGrpSpPr/>
        <p:nvPr/>
      </p:nvGrpSpPr>
      <p:grpSpPr>
        <a:xfrm>
          <a:off x="0" y="0"/>
          <a:ext cx="0" cy="0"/>
          <a:chOff x="0" y="0"/>
          <a:chExt cx="0" cy="0"/>
        </a:xfrm>
      </p:grpSpPr>
      <p:sp>
        <p:nvSpPr>
          <p:cNvPr id="63" name="Google Shape;63;p6"/>
          <p:cNvSpPr txBox="1"/>
          <p:nvPr>
            <p:ph type="title"/>
          </p:nvPr>
        </p:nvSpPr>
        <p:spPr>
          <a:xfrm>
            <a:off x="228600" y="613525"/>
            <a:ext cx="3904500" cy="1162800"/>
          </a:xfrm>
          <a:prstGeom prst="rect">
            <a:avLst/>
          </a:prstGeom>
        </p:spPr>
        <p:txBody>
          <a:bodyPr anchor="t" anchorCtr="0" bIns="91425" lIns="0" numCol="1" rIns="91425" spcFirstLastPara="1" tIns="0" wrap="square">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64" name="Google Shape;64;p6"/>
          <p:cNvSpPr/>
          <p:nvPr>
            <p:ph idx="2" type="pic"/>
          </p:nvPr>
        </p:nvSpPr>
        <p:spPr>
          <a:xfrm>
            <a:off x="4523050" y="737975"/>
            <a:ext cx="2164800" cy="1350300"/>
          </a:xfrm>
          <a:prstGeom prst="roundRect">
            <a:avLst>
              <a:gd fmla="val 7802" name="adj"/>
            </a:avLst>
          </a:prstGeom>
          <a:noFill/>
          <a:ln cap="flat" cmpd="sng" w="9525">
            <a:solidFill>
              <a:schemeClr val="accent1"/>
            </a:solidFill>
            <a:prstDash val="solid"/>
            <a:round/>
            <a:headEnd len="sm" type="none" w="sm"/>
            <a:tailEnd len="sm" type="none" w="sm"/>
          </a:ln>
        </p:spPr>
      </p:sp>
      <p:sp>
        <p:nvSpPr>
          <p:cNvPr id="65" name="Google Shape;65;p6"/>
          <p:cNvSpPr/>
          <p:nvPr>
            <p:ph idx="3" type="pic"/>
          </p:nvPr>
        </p:nvSpPr>
        <p:spPr>
          <a:xfrm>
            <a:off x="6752100" y="737775"/>
            <a:ext cx="2164800" cy="1350300"/>
          </a:xfrm>
          <a:prstGeom prst="roundRect">
            <a:avLst>
              <a:gd fmla="val 7802" name="adj"/>
            </a:avLst>
          </a:prstGeom>
          <a:noFill/>
          <a:ln cap="flat" cmpd="sng" w="9525">
            <a:solidFill>
              <a:schemeClr val="accent1"/>
            </a:solidFill>
            <a:prstDash val="solid"/>
            <a:round/>
            <a:headEnd len="sm" type="none" w="sm"/>
            <a:tailEnd len="sm" type="none" w="sm"/>
          </a:ln>
        </p:spPr>
      </p:sp>
      <p:sp>
        <p:nvSpPr>
          <p:cNvPr id="66" name="Google Shape;66;p6"/>
          <p:cNvSpPr/>
          <p:nvPr>
            <p:ph idx="4" type="pic"/>
          </p:nvPr>
        </p:nvSpPr>
        <p:spPr>
          <a:xfrm>
            <a:off x="4523050" y="2158000"/>
            <a:ext cx="4394100" cy="2282700"/>
          </a:xfrm>
          <a:prstGeom prst="roundRect">
            <a:avLst>
              <a:gd fmla="val 6108" name="adj"/>
            </a:avLst>
          </a:prstGeom>
          <a:noFill/>
          <a:ln cap="flat" cmpd="sng" w="9525">
            <a:solidFill>
              <a:schemeClr val="accent1"/>
            </a:solidFill>
            <a:prstDash val="solid"/>
            <a:round/>
            <a:headEnd len="sm" type="none" w="sm"/>
            <a:tailEnd len="sm" type="none" w="sm"/>
          </a:ln>
        </p:spPr>
      </p:sp>
      <p:sp>
        <p:nvSpPr>
          <p:cNvPr id="67" name="Google Shape;67;p6"/>
          <p:cNvSpPr txBox="1"/>
          <p:nvPr>
            <p:ph idx="1" type="body"/>
          </p:nvPr>
        </p:nvSpPr>
        <p:spPr>
          <a:xfrm>
            <a:off x="233850" y="3127075"/>
            <a:ext cx="2920800" cy="1313700"/>
          </a:xfrm>
          <a:prstGeom prst="rect">
            <a:avLst/>
          </a:prstGeom>
        </p:spPr>
        <p:txBody>
          <a:bodyPr anchor="t" anchorCtr="0" bIns="0" lIns="0" numCol="1" rIns="0"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68" name="Google Shape;68;p6"/>
          <p:cNvSpPr txBox="1"/>
          <p:nvPr>
            <p:ph idx="5"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69" name="Google Shape;69;p6"/>
          <p:cNvSpPr txBox="1"/>
          <p:nvPr>
            <p:ph idx="6"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0" name="Google Shape;70;p6"/>
          <p:cNvSpPr txBox="1"/>
          <p:nvPr>
            <p:ph idx="7"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1" name="Google Shape;71;p6"/>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72" name="Google Shape;72;p6"/>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73" name="Google Shape;73;p6"/>
          <p:cNvSpPr txBox="1"/>
          <p:nvPr>
            <p:ph idx="8" type="subTitle"/>
          </p:nvPr>
        </p:nvSpPr>
        <p:spPr>
          <a:xfrm>
            <a:off x="228600" y="228600"/>
            <a:ext cx="2920800" cy="228600"/>
          </a:xfrm>
          <a:prstGeom prst="rect">
            <a:avLst/>
          </a:prstGeom>
        </p:spPr>
        <p:txBody>
          <a:bodyPr anchor="t" anchorCtr="0" bIns="0" lIns="0" numCol="1" rIns="0" spcFirstLastPara="1" tIns="0" wrap="square">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cxnSp>
        <p:nvCxnSpPr>
          <p:cNvPr id="74" name="Google Shape;74;p6"/>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Tree>
  </p:cSld>
  <p:clrMapOvr>
    <a:masterClrMapping/>
  </p:clrMapOvr>
  <p:extLst>
    <p:ext uri="{DCECCB84-F9BA-43D5-87BE-67443E8EF086}">
      <p15:sldGuideLst>
        <p15:guide id="1" orient="horz" pos="2805">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ALT 1">
  <p:cSld name="BLANK_1_1_1_1_2">
    <p:spTree>
      <p:nvGrpSpPr>
        <p:cNvPr id="75" name="Shape 75"/>
        <p:cNvGrpSpPr/>
        <p:nvPr/>
      </p:nvGrpSpPr>
      <p:grpSpPr>
        <a:xfrm>
          <a:off x="0" y="0"/>
          <a:ext cx="0" cy="0"/>
          <a:chOff x="0" y="0"/>
          <a:chExt cx="0" cy="0"/>
        </a:xfrm>
      </p:grpSpPr>
      <p:pic>
        <p:nvPicPr>
          <p:cNvPr id="76" name="Google Shape;76;p7"/>
          <p:cNvPicPr preferRelativeResize="0"/>
          <p:nvPr/>
        </p:nvPicPr>
        <p:blipFill rotWithShape="1">
          <a:blip r:embed="rId2">
            <a:alphaModFix amt="60000"/>
          </a:blip>
          <a:srcRect b="14588" l="0" r="15469" t="0"/>
          <a:stretch/>
        </p:blipFill>
        <p:spPr>
          <a:xfrm>
            <a:off x="25" y="1172500"/>
            <a:ext cx="5181349" cy="3493250"/>
          </a:xfrm>
          <a:prstGeom prst="rect">
            <a:avLst/>
          </a:prstGeom>
          <a:noFill/>
          <a:ln>
            <a:noFill/>
          </a:ln>
        </p:spPr>
      </p:pic>
      <p:sp>
        <p:nvSpPr>
          <p:cNvPr id="77" name="Google Shape;77;p7"/>
          <p:cNvSpPr txBox="1"/>
          <p:nvPr>
            <p:ph idx="1"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8" name="Google Shape;78;p7"/>
          <p:cNvSpPr txBox="1"/>
          <p:nvPr>
            <p:ph idx="2"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79" name="Google Shape;79;p7"/>
          <p:cNvSpPr txBox="1"/>
          <p:nvPr>
            <p:ph idx="3"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80" name="Google Shape;80;p7"/>
          <p:cNvSpPr txBox="1"/>
          <p:nvPr>
            <p:ph type="title"/>
          </p:nvPr>
        </p:nvSpPr>
        <p:spPr>
          <a:xfrm>
            <a:off x="277500" y="228600"/>
            <a:ext cx="3904500" cy="1162800"/>
          </a:xfrm>
          <a:prstGeom prst="rect">
            <a:avLst/>
          </a:prstGeom>
        </p:spPr>
        <p:txBody>
          <a:bodyPr anchor="t" anchorCtr="0" bIns="91425" lIns="0" numCol="1" rIns="91425" spcFirstLastPara="1" tIns="0" wrap="square">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cxnSp>
        <p:nvCxnSpPr>
          <p:cNvPr id="81" name="Google Shape;81;p7"/>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82" name="Google Shape;82;p7"/>
          <p:cNvSpPr txBox="1"/>
          <p:nvPr>
            <p:ph idx="4" type="subTitle"/>
          </p:nvPr>
        </p:nvSpPr>
        <p:spPr>
          <a:xfrm>
            <a:off x="4744575" y="387150"/>
            <a:ext cx="322500" cy="288600"/>
          </a:xfrm>
          <a:prstGeom prst="rect">
            <a:avLst/>
          </a:prstGeom>
        </p:spPr>
        <p:txBody>
          <a:bodyPr anchor="t" anchorCtr="0" bIns="91425" lIns="91425" numCol="1" rIns="91425" spcFirstLastPara="1" tIns="91425" wrap="square">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3" name="Google Shape;83;p7"/>
          <p:cNvSpPr txBox="1"/>
          <p:nvPr>
            <p:ph idx="5" type="subTitle"/>
          </p:nvPr>
        </p:nvSpPr>
        <p:spPr>
          <a:xfrm>
            <a:off x="4744575" y="1066588"/>
            <a:ext cx="322500" cy="288600"/>
          </a:xfrm>
          <a:prstGeom prst="rect">
            <a:avLst/>
          </a:prstGeom>
        </p:spPr>
        <p:txBody>
          <a:bodyPr anchor="t" anchorCtr="0" bIns="91425" lIns="91425" numCol="1" rIns="91425" spcFirstLastPara="1" tIns="91425" wrap="square">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4" name="Google Shape;84;p7"/>
          <p:cNvSpPr txBox="1"/>
          <p:nvPr>
            <p:ph idx="6" type="subTitle"/>
          </p:nvPr>
        </p:nvSpPr>
        <p:spPr>
          <a:xfrm>
            <a:off x="4744575" y="1742700"/>
            <a:ext cx="322500" cy="288600"/>
          </a:xfrm>
          <a:prstGeom prst="rect">
            <a:avLst/>
          </a:prstGeom>
        </p:spPr>
        <p:txBody>
          <a:bodyPr anchor="t" anchorCtr="0" bIns="91425" lIns="91425" numCol="1" rIns="91425" spcFirstLastPara="1" tIns="91425" wrap="square">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5" name="Google Shape;85;p7"/>
          <p:cNvSpPr txBox="1"/>
          <p:nvPr>
            <p:ph idx="7" type="subTitle"/>
          </p:nvPr>
        </p:nvSpPr>
        <p:spPr>
          <a:xfrm>
            <a:off x="4744575" y="2420513"/>
            <a:ext cx="322500" cy="288600"/>
          </a:xfrm>
          <a:prstGeom prst="rect">
            <a:avLst/>
          </a:prstGeom>
        </p:spPr>
        <p:txBody>
          <a:bodyPr anchor="t" anchorCtr="0" bIns="91425" lIns="91425" numCol="1" rIns="91425" spcFirstLastPara="1" tIns="91425" wrap="square">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6" name="Google Shape;86;p7"/>
          <p:cNvSpPr txBox="1"/>
          <p:nvPr>
            <p:ph idx="8" type="subTitle"/>
          </p:nvPr>
        </p:nvSpPr>
        <p:spPr>
          <a:xfrm>
            <a:off x="4744575" y="3098275"/>
            <a:ext cx="322500" cy="288600"/>
          </a:xfrm>
          <a:prstGeom prst="rect">
            <a:avLst/>
          </a:prstGeom>
        </p:spPr>
        <p:txBody>
          <a:bodyPr anchor="t" anchorCtr="0" bIns="91425" lIns="91425" numCol="1" rIns="91425" spcFirstLastPara="1" tIns="91425" wrap="square">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7" name="Google Shape;87;p7"/>
          <p:cNvSpPr txBox="1"/>
          <p:nvPr>
            <p:ph idx="9" type="subTitle"/>
          </p:nvPr>
        </p:nvSpPr>
        <p:spPr>
          <a:xfrm>
            <a:off x="4744575" y="3776075"/>
            <a:ext cx="322500" cy="288600"/>
          </a:xfrm>
          <a:prstGeom prst="rect">
            <a:avLst/>
          </a:prstGeom>
        </p:spPr>
        <p:txBody>
          <a:bodyPr anchor="t" anchorCtr="0" bIns="91425" lIns="91425" numCol="1" rIns="91425" spcFirstLastPara="1" tIns="91425" wrap="square">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88" name="Google Shape;88;p7"/>
          <p:cNvSpPr txBox="1"/>
          <p:nvPr>
            <p:ph idx="13" type="subTitle"/>
          </p:nvPr>
        </p:nvSpPr>
        <p:spPr>
          <a:xfrm>
            <a:off x="5067075" y="387150"/>
            <a:ext cx="3267600" cy="28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89" name="Google Shape;89;p7"/>
          <p:cNvSpPr txBox="1"/>
          <p:nvPr>
            <p:ph idx="14" type="subTitle"/>
          </p:nvPr>
        </p:nvSpPr>
        <p:spPr>
          <a:xfrm>
            <a:off x="5067075" y="1061588"/>
            <a:ext cx="3267600" cy="28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0" name="Google Shape;90;p7"/>
          <p:cNvSpPr txBox="1"/>
          <p:nvPr>
            <p:ph idx="15" type="subTitle"/>
          </p:nvPr>
        </p:nvSpPr>
        <p:spPr>
          <a:xfrm>
            <a:off x="5067075" y="1739350"/>
            <a:ext cx="3267600" cy="28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1" name="Google Shape;91;p7"/>
          <p:cNvSpPr txBox="1"/>
          <p:nvPr>
            <p:ph idx="16" type="subTitle"/>
          </p:nvPr>
        </p:nvSpPr>
        <p:spPr>
          <a:xfrm>
            <a:off x="5067075" y="2424100"/>
            <a:ext cx="3267600" cy="28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2" name="Google Shape;92;p7"/>
          <p:cNvSpPr txBox="1"/>
          <p:nvPr>
            <p:ph idx="17" type="subTitle"/>
          </p:nvPr>
        </p:nvSpPr>
        <p:spPr>
          <a:xfrm>
            <a:off x="5067075" y="3094938"/>
            <a:ext cx="3267600" cy="28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3" name="Google Shape;93;p7"/>
          <p:cNvSpPr txBox="1"/>
          <p:nvPr>
            <p:ph idx="18" type="subTitle"/>
          </p:nvPr>
        </p:nvSpPr>
        <p:spPr>
          <a:xfrm>
            <a:off x="5067075" y="3765788"/>
            <a:ext cx="3267600" cy="28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94" name="Google Shape;94;p7"/>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95" name="Google Shape;95;p7"/>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s">
  <p:cSld name="BLANK_1_1_1_1_2_1">
    <p:spTree>
      <p:nvGrpSpPr>
        <p:cNvPr id="96" name="Shape 96"/>
        <p:cNvGrpSpPr/>
        <p:nvPr/>
      </p:nvGrpSpPr>
      <p:grpSpPr>
        <a:xfrm>
          <a:off x="0" y="0"/>
          <a:ext cx="0" cy="0"/>
          <a:chOff x="0" y="0"/>
          <a:chExt cx="0" cy="0"/>
        </a:xfrm>
      </p:grpSpPr>
      <p:sp>
        <p:nvSpPr>
          <p:cNvPr id="97" name="Google Shape;97;p8"/>
          <p:cNvSpPr/>
          <p:nvPr>
            <p:ph idx="2" type="pic"/>
          </p:nvPr>
        </p:nvSpPr>
        <p:spPr>
          <a:xfrm>
            <a:off x="4618950" y="228600"/>
            <a:ext cx="1370400" cy="1357500"/>
          </a:xfrm>
          <a:prstGeom prst="roundRect">
            <a:avLst>
              <a:gd fmla="val 16935" name="adj"/>
            </a:avLst>
          </a:prstGeom>
          <a:noFill/>
          <a:ln>
            <a:noFill/>
          </a:ln>
        </p:spPr>
      </p:sp>
      <p:sp>
        <p:nvSpPr>
          <p:cNvPr id="98" name="Google Shape;98;p8"/>
          <p:cNvSpPr txBox="1"/>
          <p:nvPr>
            <p:ph idx="1" type="subTitle"/>
          </p:nvPr>
        </p:nvSpPr>
        <p:spPr>
          <a:xfrm>
            <a:off x="4619000" y="1702322"/>
            <a:ext cx="1370400" cy="171900"/>
          </a:xfrm>
          <a:prstGeom prst="rect">
            <a:avLst/>
          </a:prstGeom>
        </p:spPr>
        <p:txBody>
          <a:bodyPr anchor="b" anchorCtr="0" bIns="0" lIns="0" numCol="1" rIns="91425" spcFirstLastPara="1" tIns="0" wrap="square">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99" name="Google Shape;99;p8"/>
          <p:cNvSpPr txBox="1"/>
          <p:nvPr>
            <p:ph idx="3"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0" name="Google Shape;100;p8"/>
          <p:cNvSpPr txBox="1"/>
          <p:nvPr>
            <p:ph idx="4"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1" name="Google Shape;101;p8"/>
          <p:cNvSpPr txBox="1"/>
          <p:nvPr>
            <p:ph idx="5"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02" name="Google Shape;102;p8"/>
          <p:cNvSpPr txBox="1"/>
          <p:nvPr>
            <p:ph type="title"/>
          </p:nvPr>
        </p:nvSpPr>
        <p:spPr>
          <a:xfrm>
            <a:off x="228600" y="234750"/>
            <a:ext cx="3904500" cy="1162800"/>
          </a:xfrm>
          <a:prstGeom prst="rect">
            <a:avLst/>
          </a:prstGeom>
        </p:spPr>
        <p:txBody>
          <a:bodyPr anchor="t" anchorCtr="0" bIns="91425" lIns="0" numCol="1" rIns="91425" spcFirstLastPara="1" tIns="0" wrap="square">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103" name="Google Shape;103;p8"/>
          <p:cNvSpPr txBox="1"/>
          <p:nvPr>
            <p:ph idx="6" type="subTitle"/>
          </p:nvPr>
        </p:nvSpPr>
        <p:spPr>
          <a:xfrm>
            <a:off x="4619000" y="1880160"/>
            <a:ext cx="1370400" cy="171900"/>
          </a:xfrm>
          <a:prstGeom prst="rect">
            <a:avLst/>
          </a:prstGeom>
        </p:spPr>
        <p:txBody>
          <a:bodyPr anchor="t" anchorCtr="0" bIns="91425" lIns="0" numCol="1" rIns="91425" spcFirstLastPara="1" tIns="0" wrap="square">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4" name="Google Shape;104;p8"/>
          <p:cNvSpPr/>
          <p:nvPr>
            <p:ph idx="7" type="pic"/>
          </p:nvPr>
        </p:nvSpPr>
        <p:spPr>
          <a:xfrm>
            <a:off x="6080700" y="228600"/>
            <a:ext cx="1370400" cy="1357500"/>
          </a:xfrm>
          <a:prstGeom prst="roundRect">
            <a:avLst>
              <a:gd fmla="val 16935" name="adj"/>
            </a:avLst>
          </a:prstGeom>
          <a:noFill/>
          <a:ln>
            <a:noFill/>
          </a:ln>
        </p:spPr>
      </p:sp>
      <p:sp>
        <p:nvSpPr>
          <p:cNvPr id="105" name="Google Shape;105;p8"/>
          <p:cNvSpPr txBox="1"/>
          <p:nvPr>
            <p:ph idx="8" type="subTitle"/>
          </p:nvPr>
        </p:nvSpPr>
        <p:spPr>
          <a:xfrm>
            <a:off x="6080750" y="1702321"/>
            <a:ext cx="1370400" cy="171900"/>
          </a:xfrm>
          <a:prstGeom prst="rect">
            <a:avLst/>
          </a:prstGeom>
        </p:spPr>
        <p:txBody>
          <a:bodyPr anchor="b" anchorCtr="0" bIns="0" lIns="0" numCol="1" rIns="91425" spcFirstLastPara="1" tIns="0" wrap="square">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6" name="Google Shape;106;p8"/>
          <p:cNvSpPr txBox="1"/>
          <p:nvPr>
            <p:ph idx="9" type="subTitle"/>
          </p:nvPr>
        </p:nvSpPr>
        <p:spPr>
          <a:xfrm>
            <a:off x="6080750" y="1880160"/>
            <a:ext cx="1370400" cy="171900"/>
          </a:xfrm>
          <a:prstGeom prst="rect">
            <a:avLst/>
          </a:prstGeom>
        </p:spPr>
        <p:txBody>
          <a:bodyPr anchor="t" anchorCtr="0" bIns="91425" lIns="0" numCol="1" rIns="91425" spcFirstLastPara="1" tIns="0" wrap="square">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07" name="Google Shape;107;p8"/>
          <p:cNvSpPr/>
          <p:nvPr>
            <p:ph idx="13" type="pic"/>
          </p:nvPr>
        </p:nvSpPr>
        <p:spPr>
          <a:xfrm>
            <a:off x="7542450" y="228600"/>
            <a:ext cx="1370400" cy="1357500"/>
          </a:xfrm>
          <a:prstGeom prst="roundRect">
            <a:avLst>
              <a:gd fmla="val 16935" name="adj"/>
            </a:avLst>
          </a:prstGeom>
          <a:noFill/>
          <a:ln>
            <a:noFill/>
          </a:ln>
        </p:spPr>
      </p:sp>
      <p:sp>
        <p:nvSpPr>
          <p:cNvPr id="108" name="Google Shape;108;p8"/>
          <p:cNvSpPr txBox="1"/>
          <p:nvPr>
            <p:ph idx="14" type="subTitle"/>
          </p:nvPr>
        </p:nvSpPr>
        <p:spPr>
          <a:xfrm>
            <a:off x="7542500" y="1702321"/>
            <a:ext cx="1370400" cy="171900"/>
          </a:xfrm>
          <a:prstGeom prst="rect">
            <a:avLst/>
          </a:prstGeom>
        </p:spPr>
        <p:txBody>
          <a:bodyPr anchor="b" anchorCtr="0" bIns="0" lIns="0" numCol="1" rIns="91425" spcFirstLastPara="1" tIns="0" wrap="square">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09" name="Google Shape;109;p8"/>
          <p:cNvSpPr txBox="1"/>
          <p:nvPr>
            <p:ph idx="15" type="subTitle"/>
          </p:nvPr>
        </p:nvSpPr>
        <p:spPr>
          <a:xfrm>
            <a:off x="7542500" y="1880160"/>
            <a:ext cx="1370400" cy="171900"/>
          </a:xfrm>
          <a:prstGeom prst="rect">
            <a:avLst/>
          </a:prstGeom>
        </p:spPr>
        <p:txBody>
          <a:bodyPr anchor="t" anchorCtr="0" bIns="91425" lIns="0" numCol="1" rIns="91425" spcFirstLastPara="1" tIns="0" wrap="square">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0" name="Google Shape;110;p8"/>
          <p:cNvSpPr/>
          <p:nvPr>
            <p:ph idx="16" type="pic"/>
          </p:nvPr>
        </p:nvSpPr>
        <p:spPr>
          <a:xfrm>
            <a:off x="4618950" y="2295725"/>
            <a:ext cx="1370400" cy="1357500"/>
          </a:xfrm>
          <a:prstGeom prst="roundRect">
            <a:avLst>
              <a:gd fmla="val 16935" name="adj"/>
            </a:avLst>
          </a:prstGeom>
          <a:noFill/>
          <a:ln>
            <a:noFill/>
          </a:ln>
        </p:spPr>
      </p:sp>
      <p:sp>
        <p:nvSpPr>
          <p:cNvPr id="111" name="Google Shape;111;p8"/>
          <p:cNvSpPr txBox="1"/>
          <p:nvPr>
            <p:ph idx="17" type="subTitle"/>
          </p:nvPr>
        </p:nvSpPr>
        <p:spPr>
          <a:xfrm>
            <a:off x="4619000" y="3769446"/>
            <a:ext cx="1370400" cy="171900"/>
          </a:xfrm>
          <a:prstGeom prst="rect">
            <a:avLst/>
          </a:prstGeom>
        </p:spPr>
        <p:txBody>
          <a:bodyPr anchor="b" anchorCtr="0" bIns="0" lIns="0" numCol="1" rIns="91425" spcFirstLastPara="1" tIns="0" wrap="square">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2" name="Google Shape;112;p8"/>
          <p:cNvSpPr txBox="1"/>
          <p:nvPr>
            <p:ph idx="18" type="subTitle"/>
          </p:nvPr>
        </p:nvSpPr>
        <p:spPr>
          <a:xfrm>
            <a:off x="4619000" y="3947285"/>
            <a:ext cx="1370400" cy="171900"/>
          </a:xfrm>
          <a:prstGeom prst="rect">
            <a:avLst/>
          </a:prstGeom>
        </p:spPr>
        <p:txBody>
          <a:bodyPr anchor="t" anchorCtr="0" bIns="91425" lIns="0" numCol="1" rIns="91425" spcFirstLastPara="1" tIns="0" wrap="square">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3" name="Google Shape;113;p8"/>
          <p:cNvSpPr/>
          <p:nvPr>
            <p:ph idx="19" type="pic"/>
          </p:nvPr>
        </p:nvSpPr>
        <p:spPr>
          <a:xfrm>
            <a:off x="6080700" y="2295725"/>
            <a:ext cx="1370400" cy="1357500"/>
          </a:xfrm>
          <a:prstGeom prst="roundRect">
            <a:avLst>
              <a:gd fmla="val 16935" name="adj"/>
            </a:avLst>
          </a:prstGeom>
          <a:noFill/>
          <a:ln>
            <a:noFill/>
          </a:ln>
        </p:spPr>
      </p:sp>
      <p:sp>
        <p:nvSpPr>
          <p:cNvPr id="114" name="Google Shape;114;p8"/>
          <p:cNvSpPr txBox="1"/>
          <p:nvPr>
            <p:ph idx="20" type="subTitle"/>
          </p:nvPr>
        </p:nvSpPr>
        <p:spPr>
          <a:xfrm>
            <a:off x="6080750" y="3769447"/>
            <a:ext cx="1370400" cy="171900"/>
          </a:xfrm>
          <a:prstGeom prst="rect">
            <a:avLst/>
          </a:prstGeom>
        </p:spPr>
        <p:txBody>
          <a:bodyPr anchor="b" anchorCtr="0" bIns="0" lIns="0" numCol="1" rIns="91425" spcFirstLastPara="1" tIns="0" wrap="square">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5" name="Google Shape;115;p8"/>
          <p:cNvSpPr txBox="1"/>
          <p:nvPr>
            <p:ph idx="21" type="subTitle"/>
          </p:nvPr>
        </p:nvSpPr>
        <p:spPr>
          <a:xfrm>
            <a:off x="6080750" y="3947285"/>
            <a:ext cx="1370400" cy="171900"/>
          </a:xfrm>
          <a:prstGeom prst="rect">
            <a:avLst/>
          </a:prstGeom>
        </p:spPr>
        <p:txBody>
          <a:bodyPr anchor="t" anchorCtr="0" bIns="91425" lIns="0" numCol="1" rIns="91425" spcFirstLastPara="1" tIns="0" wrap="square">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sp>
        <p:nvSpPr>
          <p:cNvPr id="116" name="Google Shape;116;p8"/>
          <p:cNvSpPr/>
          <p:nvPr>
            <p:ph idx="22" type="pic"/>
          </p:nvPr>
        </p:nvSpPr>
        <p:spPr>
          <a:xfrm>
            <a:off x="7542450" y="2295725"/>
            <a:ext cx="1370400" cy="1357500"/>
          </a:xfrm>
          <a:prstGeom prst="roundRect">
            <a:avLst>
              <a:gd fmla="val 16935" name="adj"/>
            </a:avLst>
          </a:prstGeom>
          <a:noFill/>
          <a:ln>
            <a:noFill/>
          </a:ln>
        </p:spPr>
      </p:sp>
      <p:sp>
        <p:nvSpPr>
          <p:cNvPr id="117" name="Google Shape;117;p8"/>
          <p:cNvSpPr txBox="1"/>
          <p:nvPr>
            <p:ph idx="23" type="subTitle"/>
          </p:nvPr>
        </p:nvSpPr>
        <p:spPr>
          <a:xfrm>
            <a:off x="7542500" y="3769446"/>
            <a:ext cx="1370400" cy="171900"/>
          </a:xfrm>
          <a:prstGeom prst="rect">
            <a:avLst/>
          </a:prstGeom>
        </p:spPr>
        <p:txBody>
          <a:bodyPr anchor="b" anchorCtr="0" bIns="0" lIns="0" numCol="1" rIns="91425" spcFirstLastPara="1" tIns="0" wrap="square">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p:txBody>
      </p:sp>
      <p:sp>
        <p:nvSpPr>
          <p:cNvPr id="118" name="Google Shape;118;p8"/>
          <p:cNvSpPr txBox="1"/>
          <p:nvPr>
            <p:ph idx="24" type="subTitle"/>
          </p:nvPr>
        </p:nvSpPr>
        <p:spPr>
          <a:xfrm>
            <a:off x="7542500" y="3947285"/>
            <a:ext cx="1370400" cy="171900"/>
          </a:xfrm>
          <a:prstGeom prst="rect">
            <a:avLst/>
          </a:prstGeom>
        </p:spPr>
        <p:txBody>
          <a:bodyPr anchor="t" anchorCtr="0" bIns="91425" lIns="0" numCol="1" rIns="91425" spcFirstLastPara="1" tIns="0" wrap="square">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p:txBody>
      </p:sp>
      <p:cxnSp>
        <p:nvCxnSpPr>
          <p:cNvPr id="119" name="Google Shape;119;p8"/>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120" name="Google Shape;120;p8"/>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21" name="Google Shape;121;p8"/>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ALT 2">
  <p:cSld name="BLANK_1_1_1_1_1_1">
    <p:spTree>
      <p:nvGrpSpPr>
        <p:cNvPr id="122" name="Shape 122"/>
        <p:cNvGrpSpPr/>
        <p:nvPr/>
      </p:nvGrpSpPr>
      <p:grpSpPr>
        <a:xfrm>
          <a:off x="0" y="0"/>
          <a:ext cx="0" cy="0"/>
          <a:chOff x="0" y="0"/>
          <a:chExt cx="0" cy="0"/>
        </a:xfrm>
      </p:grpSpPr>
      <p:sp>
        <p:nvSpPr>
          <p:cNvPr id="123" name="Google Shape;123;p9"/>
          <p:cNvSpPr/>
          <p:nvPr>
            <p:ph idx="2" type="pic"/>
          </p:nvPr>
        </p:nvSpPr>
        <p:spPr>
          <a:xfrm>
            <a:off x="9425" y="-3075"/>
            <a:ext cx="9144000" cy="4641000"/>
          </a:xfrm>
          <a:prstGeom prst="rect">
            <a:avLst/>
          </a:prstGeom>
          <a:noFill/>
          <a:ln>
            <a:noFill/>
          </a:ln>
        </p:spPr>
      </p:sp>
      <p:sp>
        <p:nvSpPr>
          <p:cNvPr id="124" name="Google Shape;124;p9"/>
          <p:cNvSpPr txBox="1"/>
          <p:nvPr>
            <p:ph type="title"/>
          </p:nvPr>
        </p:nvSpPr>
        <p:spPr>
          <a:xfrm>
            <a:off x="234125" y="3337800"/>
            <a:ext cx="8574600" cy="1114800"/>
          </a:xfrm>
          <a:prstGeom prst="rect">
            <a:avLst/>
          </a:prstGeom>
        </p:spPr>
        <p:txBody>
          <a:bodyPr anchor="b" anchorCtr="0" bIns="0" lIns="0" numCol="1" rIns="0" spcFirstLastPara="1" tIns="0" wrap="square">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125" name="Google Shape;125;p9"/>
          <p:cNvSpPr txBox="1"/>
          <p:nvPr>
            <p:ph idx="1" type="subTitle"/>
          </p:nvPr>
        </p:nvSpPr>
        <p:spPr>
          <a:xfrm>
            <a:off x="228600" y="228600"/>
            <a:ext cx="2870100" cy="228600"/>
          </a:xfrm>
          <a:prstGeom prst="rect">
            <a:avLst/>
          </a:prstGeom>
        </p:spPr>
        <p:txBody>
          <a:bodyPr anchor="t" anchorCtr="0" bIns="0" lIns="0" numCol="1" rIns="0" spcFirstLastPara="1" tIns="0" wrap="square">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126" name="Google Shape;126;p9"/>
          <p:cNvSpPr txBox="1"/>
          <p:nvPr>
            <p:ph idx="3"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7" name="Google Shape;127;p9"/>
          <p:cNvSpPr txBox="1"/>
          <p:nvPr>
            <p:ph idx="4"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28" name="Google Shape;128;p9"/>
          <p:cNvSpPr txBox="1"/>
          <p:nvPr>
            <p:ph idx="5"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29" name="Google Shape;129;p9"/>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130" name="Google Shape;130;p9"/>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31" name="Google Shape;131;p9"/>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rds w/ images">
  <p:cSld name="BLANK_1_1_1_1_1_1_1_1_1_1_3">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4" name="Google Shape;134;p10"/>
          <p:cNvSpPr txBox="1"/>
          <p:nvPr>
            <p:ph idx="2"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35" name="Google Shape;135;p10"/>
          <p:cNvSpPr txBox="1"/>
          <p:nvPr>
            <p:ph idx="3"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grpSp>
        <p:nvGrpSpPr>
          <p:cNvPr id="136" name="Google Shape;136;p10"/>
          <p:cNvGrpSpPr/>
          <p:nvPr/>
        </p:nvGrpSpPr>
        <p:grpSpPr>
          <a:xfrm rot="5400000">
            <a:off x="8691475" y="228504"/>
            <a:ext cx="228589" cy="228623"/>
            <a:chOff x="1688332" y="4135245"/>
            <a:chExt cx="338700" cy="338700"/>
          </a:xfrm>
        </p:grpSpPr>
        <p:sp>
          <p:nvSpPr>
            <p:cNvPr id="137" name="Google Shape;137;p10"/>
            <p:cNvSpPr/>
            <p:nvPr/>
          </p:nvSpPr>
          <p:spPr>
            <a:xfrm rot="-5400000">
              <a:off x="1688332" y="4135245"/>
              <a:ext cx="338700" cy="338700"/>
            </a:xfrm>
            <a:prstGeom prst="ellipse">
              <a:avLst/>
            </a:prstGeom>
            <a:solidFill>
              <a:schemeClr val="accent3"/>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grpSp>
          <p:nvGrpSpPr>
            <p:cNvPr id="138" name="Google Shape;138;p10"/>
            <p:cNvGrpSpPr/>
            <p:nvPr/>
          </p:nvGrpSpPr>
          <p:grpSpPr>
            <a:xfrm rot="-5400000">
              <a:off x="1787014" y="4262191"/>
              <a:ext cx="169598" cy="84809"/>
              <a:chOff x="498725" y="2069800"/>
              <a:chExt cx="205200" cy="102600"/>
            </a:xfrm>
          </p:grpSpPr>
          <p:cxnSp>
            <p:nvCxnSpPr>
              <p:cNvPr id="139" name="Google Shape;139;p10"/>
              <p:cNvCxnSpPr/>
              <p:nvPr/>
            </p:nvCxnSpPr>
            <p:spPr>
              <a:xfrm>
                <a:off x="498725" y="2069800"/>
                <a:ext cx="102600" cy="102600"/>
              </a:xfrm>
              <a:prstGeom prst="straightConnector1">
                <a:avLst/>
              </a:prstGeom>
              <a:noFill/>
              <a:ln cap="flat" cmpd="sng" w="9525">
                <a:solidFill>
                  <a:schemeClr val="dk1"/>
                </a:solidFill>
                <a:prstDash val="solid"/>
                <a:round/>
                <a:headEnd len="med" type="none" w="med"/>
                <a:tailEnd len="med" type="none" w="med"/>
              </a:ln>
            </p:spPr>
          </p:cxnSp>
          <p:cxnSp>
            <p:nvCxnSpPr>
              <p:cNvPr id="140" name="Google Shape;140;p10"/>
              <p:cNvCxnSpPr/>
              <p:nvPr/>
            </p:nvCxnSpPr>
            <p:spPr>
              <a:xfrm flipH="1">
                <a:off x="601325" y="2069800"/>
                <a:ext cx="102600" cy="102600"/>
              </a:xfrm>
              <a:prstGeom prst="straightConnector1">
                <a:avLst/>
              </a:prstGeom>
              <a:noFill/>
              <a:ln cap="flat" cmpd="sng" w="9525">
                <a:solidFill>
                  <a:schemeClr val="dk1"/>
                </a:solidFill>
                <a:prstDash val="solid"/>
                <a:round/>
                <a:headEnd len="med" type="none" w="med"/>
                <a:tailEnd len="med" type="none" w="med"/>
              </a:ln>
            </p:spPr>
          </p:cxnSp>
        </p:grpSp>
      </p:grpSp>
      <p:sp>
        <p:nvSpPr>
          <p:cNvPr id="141" name="Google Shape;141;p10"/>
          <p:cNvSpPr/>
          <p:nvPr>
            <p:ph idx="4" type="pic"/>
          </p:nvPr>
        </p:nvSpPr>
        <p:spPr>
          <a:xfrm>
            <a:off x="426700" y="1896600"/>
            <a:ext cx="665400" cy="685500"/>
          </a:xfrm>
          <a:prstGeom prst="roundRect">
            <a:avLst>
              <a:gd fmla="val 17601" name="adj"/>
            </a:avLst>
          </a:prstGeom>
          <a:noFill/>
          <a:ln>
            <a:noFill/>
          </a:ln>
        </p:spPr>
      </p:sp>
      <p:sp>
        <p:nvSpPr>
          <p:cNvPr id="142" name="Google Shape;142;p10"/>
          <p:cNvSpPr txBox="1"/>
          <p:nvPr>
            <p:ph idx="5" type="subTitle"/>
          </p:nvPr>
        </p:nvSpPr>
        <p:spPr>
          <a:xfrm>
            <a:off x="426700" y="2708802"/>
            <a:ext cx="1761900" cy="228600"/>
          </a:xfrm>
          <a:prstGeom prst="rect">
            <a:avLst/>
          </a:prstGeom>
        </p:spPr>
        <p:txBody>
          <a:bodyPr anchor="b" anchorCtr="0" bIns="0" lIns="0" numCol="1" rIns="91425" spcFirstLastPara="1" tIns="0" wrap="square">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3" name="Google Shape;143;p10"/>
          <p:cNvSpPr txBox="1"/>
          <p:nvPr>
            <p:ph idx="6" type="subTitle"/>
          </p:nvPr>
        </p:nvSpPr>
        <p:spPr>
          <a:xfrm>
            <a:off x="426700" y="2936076"/>
            <a:ext cx="1761900" cy="163800"/>
          </a:xfrm>
          <a:prstGeom prst="rect">
            <a:avLst/>
          </a:prstGeom>
        </p:spPr>
        <p:txBody>
          <a:bodyPr anchor="t" anchorCtr="0" bIns="0" lIns="0" numCol="1" rIns="91425" spcFirstLastPara="1" tIns="0" wrap="square">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4" name="Google Shape;144;p10"/>
          <p:cNvSpPr txBox="1"/>
          <p:nvPr>
            <p:ph idx="7" type="body"/>
          </p:nvPr>
        </p:nvSpPr>
        <p:spPr>
          <a:xfrm>
            <a:off x="426700" y="3251425"/>
            <a:ext cx="1761900" cy="965100"/>
          </a:xfrm>
          <a:prstGeom prst="rect">
            <a:avLst/>
          </a:prstGeom>
        </p:spPr>
        <p:txBody>
          <a:bodyPr anchor="t" anchorCtr="0" bIns="0" lIns="0" numCol="1" rIns="91425"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5" name="Google Shape;145;p10"/>
          <p:cNvSpPr/>
          <p:nvPr>
            <p:ph idx="8" type="pic"/>
          </p:nvPr>
        </p:nvSpPr>
        <p:spPr>
          <a:xfrm>
            <a:off x="2621800" y="1896600"/>
            <a:ext cx="665400" cy="685500"/>
          </a:xfrm>
          <a:prstGeom prst="roundRect">
            <a:avLst>
              <a:gd fmla="val 17601" name="adj"/>
            </a:avLst>
          </a:prstGeom>
          <a:noFill/>
          <a:ln>
            <a:noFill/>
          </a:ln>
        </p:spPr>
      </p:sp>
      <p:sp>
        <p:nvSpPr>
          <p:cNvPr id="146" name="Google Shape;146;p10"/>
          <p:cNvSpPr txBox="1"/>
          <p:nvPr>
            <p:ph idx="9" type="subTitle"/>
          </p:nvPr>
        </p:nvSpPr>
        <p:spPr>
          <a:xfrm>
            <a:off x="2621800" y="2708807"/>
            <a:ext cx="1761900" cy="228600"/>
          </a:xfrm>
          <a:prstGeom prst="rect">
            <a:avLst/>
          </a:prstGeom>
        </p:spPr>
        <p:txBody>
          <a:bodyPr anchor="b" anchorCtr="0" bIns="0" lIns="0" numCol="1" rIns="91425" spcFirstLastPara="1" tIns="0" wrap="square">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47" name="Google Shape;147;p10"/>
          <p:cNvSpPr txBox="1"/>
          <p:nvPr>
            <p:ph idx="13" type="subTitle"/>
          </p:nvPr>
        </p:nvSpPr>
        <p:spPr>
          <a:xfrm>
            <a:off x="2621800" y="2936075"/>
            <a:ext cx="1761900" cy="163800"/>
          </a:xfrm>
          <a:prstGeom prst="rect">
            <a:avLst/>
          </a:prstGeom>
        </p:spPr>
        <p:txBody>
          <a:bodyPr anchor="t" anchorCtr="0" bIns="0" lIns="0" numCol="1" rIns="91425" spcFirstLastPara="1" tIns="0" wrap="square">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48" name="Google Shape;148;p10"/>
          <p:cNvSpPr txBox="1"/>
          <p:nvPr>
            <p:ph idx="14" type="body"/>
          </p:nvPr>
        </p:nvSpPr>
        <p:spPr>
          <a:xfrm>
            <a:off x="2621800" y="3251425"/>
            <a:ext cx="1705800" cy="965100"/>
          </a:xfrm>
          <a:prstGeom prst="rect">
            <a:avLst/>
          </a:prstGeom>
        </p:spPr>
        <p:txBody>
          <a:bodyPr anchor="t" anchorCtr="0" bIns="0" lIns="0" numCol="1" rIns="91425"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49" name="Google Shape;149;p10"/>
          <p:cNvSpPr/>
          <p:nvPr>
            <p:ph idx="15" type="pic"/>
          </p:nvPr>
        </p:nvSpPr>
        <p:spPr>
          <a:xfrm>
            <a:off x="4816900" y="1896600"/>
            <a:ext cx="665400" cy="685500"/>
          </a:xfrm>
          <a:prstGeom prst="roundRect">
            <a:avLst>
              <a:gd fmla="val 17601" name="adj"/>
            </a:avLst>
          </a:prstGeom>
          <a:noFill/>
          <a:ln>
            <a:noFill/>
          </a:ln>
        </p:spPr>
      </p:sp>
      <p:sp>
        <p:nvSpPr>
          <p:cNvPr id="150" name="Google Shape;150;p10"/>
          <p:cNvSpPr txBox="1"/>
          <p:nvPr>
            <p:ph idx="16" type="subTitle"/>
          </p:nvPr>
        </p:nvSpPr>
        <p:spPr>
          <a:xfrm>
            <a:off x="4816900" y="2708808"/>
            <a:ext cx="1761900" cy="228600"/>
          </a:xfrm>
          <a:prstGeom prst="rect">
            <a:avLst/>
          </a:prstGeom>
        </p:spPr>
        <p:txBody>
          <a:bodyPr anchor="b" anchorCtr="0" bIns="0" lIns="0" numCol="1" rIns="91425" spcFirstLastPara="1" tIns="0" wrap="square">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1" name="Google Shape;151;p10"/>
          <p:cNvSpPr txBox="1"/>
          <p:nvPr>
            <p:ph idx="17" type="subTitle"/>
          </p:nvPr>
        </p:nvSpPr>
        <p:spPr>
          <a:xfrm>
            <a:off x="4816900" y="2936076"/>
            <a:ext cx="1761900" cy="163800"/>
          </a:xfrm>
          <a:prstGeom prst="rect">
            <a:avLst/>
          </a:prstGeom>
        </p:spPr>
        <p:txBody>
          <a:bodyPr anchor="t" anchorCtr="0" bIns="0" lIns="0" numCol="1" rIns="91425" spcFirstLastPara="1" tIns="0" wrap="square">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2" name="Google Shape;152;p10"/>
          <p:cNvSpPr txBox="1"/>
          <p:nvPr>
            <p:ph idx="18" type="body"/>
          </p:nvPr>
        </p:nvSpPr>
        <p:spPr>
          <a:xfrm>
            <a:off x="4817025" y="3251425"/>
            <a:ext cx="1761900" cy="965100"/>
          </a:xfrm>
          <a:prstGeom prst="rect">
            <a:avLst/>
          </a:prstGeom>
        </p:spPr>
        <p:txBody>
          <a:bodyPr anchor="t" anchorCtr="0" bIns="0" lIns="0" numCol="1" rIns="91425"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153" name="Google Shape;153;p10"/>
          <p:cNvSpPr/>
          <p:nvPr>
            <p:ph idx="19" type="pic"/>
          </p:nvPr>
        </p:nvSpPr>
        <p:spPr>
          <a:xfrm>
            <a:off x="7012000" y="1896600"/>
            <a:ext cx="665400" cy="685500"/>
          </a:xfrm>
          <a:prstGeom prst="roundRect">
            <a:avLst>
              <a:gd fmla="val 17601" name="adj"/>
            </a:avLst>
          </a:prstGeom>
          <a:noFill/>
          <a:ln>
            <a:noFill/>
          </a:ln>
        </p:spPr>
      </p:sp>
      <p:sp>
        <p:nvSpPr>
          <p:cNvPr id="154" name="Google Shape;154;p10"/>
          <p:cNvSpPr txBox="1"/>
          <p:nvPr>
            <p:ph idx="20" type="subTitle"/>
          </p:nvPr>
        </p:nvSpPr>
        <p:spPr>
          <a:xfrm>
            <a:off x="7012000" y="2708807"/>
            <a:ext cx="1761900" cy="228600"/>
          </a:xfrm>
          <a:prstGeom prst="rect">
            <a:avLst/>
          </a:prstGeom>
        </p:spPr>
        <p:txBody>
          <a:bodyPr anchor="b" anchorCtr="0" bIns="0" lIns="0" numCol="1" rIns="91425" spcFirstLastPara="1" tIns="0" wrap="square">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p:txBody>
      </p:sp>
      <p:sp>
        <p:nvSpPr>
          <p:cNvPr id="155" name="Google Shape;155;p10"/>
          <p:cNvSpPr txBox="1"/>
          <p:nvPr>
            <p:ph idx="21" type="subTitle"/>
          </p:nvPr>
        </p:nvSpPr>
        <p:spPr>
          <a:xfrm>
            <a:off x="7012000" y="2936076"/>
            <a:ext cx="1761900" cy="163800"/>
          </a:xfrm>
          <a:prstGeom prst="rect">
            <a:avLst/>
          </a:prstGeom>
        </p:spPr>
        <p:txBody>
          <a:bodyPr anchor="t" anchorCtr="0" bIns="0" lIns="0" numCol="1" rIns="91425" spcFirstLastPara="1" tIns="0" wrap="square">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56" name="Google Shape;156;p10"/>
          <p:cNvSpPr txBox="1"/>
          <p:nvPr>
            <p:ph idx="22" type="body"/>
          </p:nvPr>
        </p:nvSpPr>
        <p:spPr>
          <a:xfrm>
            <a:off x="7012000" y="3251425"/>
            <a:ext cx="1761900" cy="965100"/>
          </a:xfrm>
          <a:prstGeom prst="rect">
            <a:avLst/>
          </a:prstGeom>
        </p:spPr>
        <p:txBody>
          <a:bodyPr anchor="t" anchorCtr="0" bIns="0" lIns="0" numCol="1" rIns="91425"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cxnSp>
        <p:nvCxnSpPr>
          <p:cNvPr id="157" name="Google Shape;157;p10"/>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158" name="Google Shape;158;p10"/>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59" name="Google Shape;159;p10"/>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ort big title and body">
  <p:cSld name="BLANK_1_1_1_1_1_1_1_1_1_1_2">
    <p:spTree>
      <p:nvGrpSpPr>
        <p:cNvPr id="160" name="Shape 160"/>
        <p:cNvGrpSpPr/>
        <p:nvPr/>
      </p:nvGrpSpPr>
      <p:grpSpPr>
        <a:xfrm>
          <a:off x="0" y="0"/>
          <a:ext cx="0" cy="0"/>
          <a:chOff x="0" y="0"/>
          <a:chExt cx="0" cy="0"/>
        </a:xfrm>
      </p:grpSpPr>
      <p:pic>
        <p:nvPicPr>
          <p:cNvPr descr="Oval black shapes against a shadowy background. " id="161" name="Google Shape;161;p11"/>
          <p:cNvPicPr preferRelativeResize="0"/>
          <p:nvPr/>
        </p:nvPicPr>
        <p:blipFill rotWithShape="1">
          <a:blip r:embed="rId2">
            <a:alphaModFix/>
          </a:blip>
          <a:srcRect b="42245" l="17240" r="25038" t="34"/>
          <a:stretch/>
        </p:blipFill>
        <p:spPr>
          <a:xfrm>
            <a:off x="0" y="-289"/>
            <a:ext cx="9144000" cy="5144100"/>
          </a:xfrm>
          <a:prstGeom prst="roundRect">
            <a:avLst>
              <a:gd fmla="val 0" name="adj"/>
            </a:avLst>
          </a:prstGeom>
          <a:noFill/>
          <a:ln cap="flat" cmpd="sng" w="9525">
            <a:solidFill>
              <a:schemeClr val="accent1"/>
            </a:solidFill>
            <a:prstDash val="solid"/>
            <a:round/>
            <a:headEnd len="sm" type="none" w="sm"/>
            <a:tailEnd len="sm" type="none" w="sm"/>
          </a:ln>
        </p:spPr>
      </p:pic>
      <p:sp>
        <p:nvSpPr>
          <p:cNvPr id="162" name="Google Shape;162;p11"/>
          <p:cNvSpPr txBox="1"/>
          <p:nvPr>
            <p:ph idx="1" type="subTitle"/>
          </p:nvPr>
        </p:nvSpPr>
        <p:spPr>
          <a:xfrm>
            <a:off x="4314775" y="3818375"/>
            <a:ext cx="4230600" cy="452700"/>
          </a:xfrm>
          <a:prstGeom prst="rect">
            <a:avLst/>
          </a:prstGeom>
        </p:spPr>
        <p:txBody>
          <a:bodyPr anchor="b" anchorCtr="0" bIns="0" lIns="0" numCol="1" rIns="0"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163" name="Google Shape;163;p11"/>
          <p:cNvSpPr txBox="1"/>
          <p:nvPr>
            <p:ph idx="2"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4" name="Google Shape;164;p11"/>
          <p:cNvSpPr txBox="1"/>
          <p:nvPr>
            <p:ph idx="3"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5" name="Google Shape;165;p11"/>
          <p:cNvSpPr txBox="1"/>
          <p:nvPr>
            <p:ph idx="4"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66" name="Google Shape;166;p11"/>
          <p:cNvSpPr txBox="1"/>
          <p:nvPr>
            <p:ph type="title"/>
          </p:nvPr>
        </p:nvSpPr>
        <p:spPr>
          <a:xfrm>
            <a:off x="228600" y="290448"/>
            <a:ext cx="3655800" cy="2407500"/>
          </a:xfrm>
          <a:prstGeom prst="rect">
            <a:avLst/>
          </a:prstGeom>
        </p:spPr>
        <p:txBody>
          <a:bodyPr anchor="t" anchorCtr="0" bIns="91425" lIns="0" numCol="1" rIns="91425" spcFirstLastPara="1" tIns="91425" wrap="square">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p:txBody>
      </p:sp>
      <p:cxnSp>
        <p:nvCxnSpPr>
          <p:cNvPr id="167" name="Google Shape;167;p11"/>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cxnSp>
        <p:nvCxnSpPr>
          <p:cNvPr id="168" name="Google Shape;168;p11"/>
          <p:cNvCxnSpPr/>
          <p:nvPr/>
        </p:nvCxnSpPr>
        <p:spPr>
          <a:xfrm>
            <a:off x="4159025" y="226100"/>
            <a:ext cx="0" cy="4457700"/>
          </a:xfrm>
          <a:prstGeom prst="straightConnector1">
            <a:avLst/>
          </a:prstGeom>
          <a:noFill/>
          <a:ln cap="flat" cmpd="sng" w="9525">
            <a:solidFill>
              <a:schemeClr val="accent1"/>
            </a:solidFill>
            <a:prstDash val="solid"/>
            <a:round/>
            <a:headEnd len="med" type="none" w="med"/>
            <a:tailEnd len="med" type="none" w="med"/>
          </a:ln>
        </p:spPr>
      </p:cxnSp>
      <p:cxnSp>
        <p:nvCxnSpPr>
          <p:cNvPr id="169" name="Google Shape;169;p11"/>
          <p:cNvCxnSpPr/>
          <p:nvPr/>
        </p:nvCxnSpPr>
        <p:spPr>
          <a:xfrm>
            <a:off x="228600" y="226100"/>
            <a:ext cx="8687100" cy="0"/>
          </a:xfrm>
          <a:prstGeom prst="straightConnector1">
            <a:avLst/>
          </a:prstGeom>
          <a:noFill/>
          <a:ln cap="flat" cmpd="sng" w="9525">
            <a:solidFill>
              <a:schemeClr val="accent1"/>
            </a:solidFill>
            <a:prstDash val="solid"/>
            <a:round/>
            <a:headEnd len="med" type="none" w="med"/>
            <a:tailEnd len="med" type="none" w="med"/>
          </a:ln>
        </p:spPr>
      </p:cxnSp>
      <p:sp>
        <p:nvSpPr>
          <p:cNvPr id="170" name="Google Shape;170;p11"/>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71" name="Google Shape;171;p11"/>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ALT 2">
  <p:cSld name="BLANK_1_1_1_1_1_1_1_1_1_1_1_1_2">
    <p:spTree>
      <p:nvGrpSpPr>
        <p:cNvPr id="172" name="Shape 172"/>
        <p:cNvGrpSpPr/>
        <p:nvPr/>
      </p:nvGrpSpPr>
      <p:grpSpPr>
        <a:xfrm>
          <a:off x="0" y="0"/>
          <a:ext cx="0" cy="0"/>
          <a:chOff x="0" y="0"/>
          <a:chExt cx="0" cy="0"/>
        </a:xfrm>
      </p:grpSpPr>
      <p:sp>
        <p:nvSpPr>
          <p:cNvPr id="173" name="Google Shape;173;p12"/>
          <p:cNvSpPr txBox="1"/>
          <p:nvPr>
            <p:ph idx="1" type="body"/>
          </p:nvPr>
        </p:nvSpPr>
        <p:spPr>
          <a:xfrm>
            <a:off x="228600" y="1743625"/>
            <a:ext cx="4296600" cy="2709000"/>
          </a:xfrm>
          <a:prstGeom prst="rect">
            <a:avLst/>
          </a:prstGeom>
        </p:spPr>
        <p:txBody>
          <a:bodyPr anchor="b" anchorCtr="0" bIns="91425" lIns="0" numCol="1" rIns="91425" spcFirstLastPara="1" tIns="91425" wrap="square">
            <a:noAutofit/>
          </a:bodyPr>
          <a:lstStyle>
            <a:lvl1pPr indent="-317500" lvl="0" marL="457200">
              <a:spcBef>
                <a:spcPts val="0"/>
              </a:spcBef>
              <a:spcAft>
                <a:spcPts val="0"/>
              </a:spcAft>
              <a:buSzPts val="1400"/>
              <a:buChar char="●"/>
              <a:defRPr sz="1400"/>
            </a:lvl1pPr>
            <a:lvl2pPr indent="-317500" lvl="1" marL="914400">
              <a:spcBef>
                <a:spcPts val="800"/>
              </a:spcBef>
              <a:spcAft>
                <a:spcPts val="0"/>
              </a:spcAft>
              <a:buSzPts val="1400"/>
              <a:buChar char="○"/>
              <a:defRPr sz="1400"/>
            </a:lvl2pPr>
            <a:lvl3pPr indent="-317500" lvl="2" marL="1371600">
              <a:spcBef>
                <a:spcPts val="800"/>
              </a:spcBef>
              <a:spcAft>
                <a:spcPts val="0"/>
              </a:spcAft>
              <a:buSzPts val="1400"/>
              <a:buChar char="■"/>
              <a:defRPr sz="1400"/>
            </a:lvl3pPr>
            <a:lvl4pPr indent="-317500" lvl="3" marL="1828800">
              <a:spcBef>
                <a:spcPts val="800"/>
              </a:spcBef>
              <a:spcAft>
                <a:spcPts val="0"/>
              </a:spcAft>
              <a:buSzPts val="1400"/>
              <a:buChar char="●"/>
              <a:defRPr sz="1400"/>
            </a:lvl4pPr>
            <a:lvl5pPr indent="-317500" lvl="4" marL="2286000">
              <a:spcBef>
                <a:spcPts val="800"/>
              </a:spcBef>
              <a:spcAft>
                <a:spcPts val="0"/>
              </a:spcAft>
              <a:buSzPts val="1400"/>
              <a:buChar char="○"/>
              <a:defRPr sz="1400"/>
            </a:lvl5pPr>
            <a:lvl6pPr indent="-317500" lvl="5" marL="2743200">
              <a:spcBef>
                <a:spcPts val="800"/>
              </a:spcBef>
              <a:spcAft>
                <a:spcPts val="0"/>
              </a:spcAft>
              <a:buSzPts val="1400"/>
              <a:buChar char="■"/>
              <a:defRPr sz="1400"/>
            </a:lvl6pPr>
            <a:lvl7pPr indent="-317500" lvl="6" marL="3200400">
              <a:spcBef>
                <a:spcPts val="800"/>
              </a:spcBef>
              <a:spcAft>
                <a:spcPts val="0"/>
              </a:spcAft>
              <a:buSzPts val="1400"/>
              <a:buChar char="●"/>
              <a:defRPr sz="1400"/>
            </a:lvl7pPr>
            <a:lvl8pPr indent="-317500" lvl="7" marL="3657600">
              <a:spcBef>
                <a:spcPts val="800"/>
              </a:spcBef>
              <a:spcAft>
                <a:spcPts val="0"/>
              </a:spcAft>
              <a:buSzPts val="1400"/>
              <a:buChar char="○"/>
              <a:defRPr sz="1400"/>
            </a:lvl8pPr>
            <a:lvl9pPr indent="-317500" lvl="8" marL="4114800">
              <a:spcBef>
                <a:spcPts val="800"/>
              </a:spcBef>
              <a:spcAft>
                <a:spcPts val="800"/>
              </a:spcAft>
              <a:buSzPts val="1400"/>
              <a:buChar char="■"/>
              <a:defRPr sz="1400"/>
            </a:lvl9pPr>
          </a:lstStyle>
          <a:p/>
        </p:txBody>
      </p:sp>
      <p:sp>
        <p:nvSpPr>
          <p:cNvPr id="174" name="Google Shape;174;p12"/>
          <p:cNvSpPr/>
          <p:nvPr>
            <p:ph idx="2" type="pic"/>
          </p:nvPr>
        </p:nvSpPr>
        <p:spPr>
          <a:xfrm>
            <a:off x="5342000" y="457200"/>
            <a:ext cx="3573300" cy="3995400"/>
          </a:xfrm>
          <a:prstGeom prst="roundRect">
            <a:avLst>
              <a:gd fmla="val 6865" name="adj"/>
            </a:avLst>
          </a:prstGeom>
          <a:noFill/>
          <a:ln>
            <a:noFill/>
          </a:ln>
        </p:spPr>
      </p:sp>
      <p:sp>
        <p:nvSpPr>
          <p:cNvPr id="175" name="Google Shape;175;p12"/>
          <p:cNvSpPr txBox="1"/>
          <p:nvPr>
            <p:ph idx="3"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6" name="Google Shape;176;p12"/>
          <p:cNvSpPr txBox="1"/>
          <p:nvPr>
            <p:ph idx="4"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7" name="Google Shape;177;p12"/>
          <p:cNvSpPr txBox="1"/>
          <p:nvPr>
            <p:ph idx="5"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78" name="Google Shape;178;p12"/>
          <p:cNvSpPr txBox="1"/>
          <p:nvPr>
            <p:ph idx="6" type="subTitle"/>
          </p:nvPr>
        </p:nvSpPr>
        <p:spPr>
          <a:xfrm>
            <a:off x="228600" y="228600"/>
            <a:ext cx="29208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sp>
        <p:nvSpPr>
          <p:cNvPr id="179" name="Google Shape;179;p12"/>
          <p:cNvSpPr txBox="1"/>
          <p:nvPr>
            <p:ph type="title"/>
          </p:nvPr>
        </p:nvSpPr>
        <p:spPr>
          <a:xfrm>
            <a:off x="228600" y="613525"/>
            <a:ext cx="4296600" cy="1162800"/>
          </a:xfrm>
          <a:prstGeom prst="rect">
            <a:avLst/>
          </a:prstGeom>
        </p:spPr>
        <p:txBody>
          <a:bodyPr anchor="t" anchorCtr="0" bIns="91425" lIns="0" numCol="1" rIns="91425" spcFirstLastPara="1" tIns="0" wrap="square">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cxnSp>
        <p:nvCxnSpPr>
          <p:cNvPr id="180" name="Google Shape;180;p12"/>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181" name="Google Shape;181;p12"/>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182" name="Google Shape;182;p12"/>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cards">
  <p:cSld name="CUSTOM_1">
    <p:spTree>
      <p:nvGrpSpPr>
        <p:cNvPr id="183" name="Shape 183"/>
        <p:cNvGrpSpPr/>
        <p:nvPr/>
      </p:nvGrpSpPr>
      <p:grpSpPr>
        <a:xfrm>
          <a:off x="0" y="0"/>
          <a:ext cx="0" cy="0"/>
          <a:chOff x="0" y="0"/>
          <a:chExt cx="0" cy="0"/>
        </a:xfrm>
      </p:grpSpPr>
      <p:sp>
        <p:nvSpPr>
          <p:cNvPr id="184" name="Google Shape;184;p13"/>
          <p:cNvSpPr txBox="1"/>
          <p:nvPr>
            <p:ph type="title"/>
          </p:nvPr>
        </p:nvSpPr>
        <p:spPr>
          <a:xfrm>
            <a:off x="3386700" y="489887"/>
            <a:ext cx="1862100" cy="293100"/>
          </a:xfrm>
          <a:prstGeom prst="rect">
            <a:avLst/>
          </a:prstGeom>
        </p:spPr>
        <p:txBody>
          <a:bodyPr anchor="b" anchorCtr="0" bIns="91425" lIns="0" numCol="1" rIns="91425" spcFirstLastPara="1" tIns="0" wrap="square">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p:txBody>
      </p:sp>
      <p:sp>
        <p:nvSpPr>
          <p:cNvPr id="185" name="Google Shape;185;p13"/>
          <p:cNvSpPr txBox="1"/>
          <p:nvPr>
            <p:ph idx="1" type="subTitle"/>
          </p:nvPr>
        </p:nvSpPr>
        <p:spPr>
          <a:xfrm>
            <a:off x="3386700" y="690369"/>
            <a:ext cx="19746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6" name="Google Shape;186;p13"/>
          <p:cNvSpPr txBox="1"/>
          <p:nvPr>
            <p:ph idx="2" type="subTitle"/>
          </p:nvPr>
        </p:nvSpPr>
        <p:spPr>
          <a:xfrm>
            <a:off x="3386700" y="1070875"/>
            <a:ext cx="2444700" cy="8181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87" name="Google Shape;187;p13"/>
          <p:cNvSpPr txBox="1"/>
          <p:nvPr>
            <p:ph idx="3" type="title"/>
          </p:nvPr>
        </p:nvSpPr>
        <p:spPr>
          <a:xfrm>
            <a:off x="6307650" y="482616"/>
            <a:ext cx="1862100" cy="293100"/>
          </a:xfrm>
          <a:prstGeom prst="rect">
            <a:avLst/>
          </a:prstGeom>
        </p:spPr>
        <p:txBody>
          <a:bodyPr anchor="b" anchorCtr="0" bIns="91425" lIns="0" numCol="1" rIns="91425" spcFirstLastPara="1" tIns="0" wrap="square">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188" name="Google Shape;188;p13"/>
          <p:cNvSpPr txBox="1"/>
          <p:nvPr>
            <p:ph idx="4" type="subTitle"/>
          </p:nvPr>
        </p:nvSpPr>
        <p:spPr>
          <a:xfrm>
            <a:off x="6307650" y="690369"/>
            <a:ext cx="19746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189" name="Google Shape;189;p13"/>
          <p:cNvSpPr txBox="1"/>
          <p:nvPr>
            <p:ph idx="5" type="subTitle"/>
          </p:nvPr>
        </p:nvSpPr>
        <p:spPr>
          <a:xfrm>
            <a:off x="6307650" y="1070875"/>
            <a:ext cx="2444700" cy="8181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190" name="Google Shape;190;p13"/>
          <p:cNvSpPr txBox="1"/>
          <p:nvPr>
            <p:ph idx="6" type="title"/>
          </p:nvPr>
        </p:nvSpPr>
        <p:spPr>
          <a:xfrm>
            <a:off x="233850" y="228600"/>
            <a:ext cx="2190000" cy="228600"/>
          </a:xfrm>
          <a:prstGeom prst="rect">
            <a:avLst/>
          </a:prstGeom>
        </p:spPr>
        <p:txBody>
          <a:bodyPr anchor="t" anchorCtr="0" bIns="0" lIns="0" numCol="1" rIns="0" spcFirstLastPara="1" tIns="0" wrap="square">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p:txBody>
      </p:sp>
      <p:sp>
        <p:nvSpPr>
          <p:cNvPr id="191" name="Google Shape;191;p13"/>
          <p:cNvSpPr txBox="1"/>
          <p:nvPr>
            <p:ph idx="7" type="subTitle"/>
          </p:nvPr>
        </p:nvSpPr>
        <p:spPr>
          <a:xfrm>
            <a:off x="3482800" y="4057204"/>
            <a:ext cx="1076100" cy="168300"/>
          </a:xfrm>
          <a:prstGeom prst="rect">
            <a:avLst/>
          </a:prstGeom>
        </p:spPr>
        <p:txBody>
          <a:bodyPr anchor="t" anchorCtr="0" bIns="91425" lIns="0" numCol="1" rIns="91425" spcFirstLastPara="1" tIns="0" wrap="square">
            <a:noAutofit/>
          </a:bodyPr>
          <a:lstStyle>
            <a:lvl1pPr algn="ctr" lvl="0">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algn="ctr" lvl="1">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algn="ctr" lvl="2">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algn="ctr" lvl="3">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algn="ctr" lvl="4">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algn="ctr" lvl="5">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algn="ctr" lvl="6">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algn="ctr" lvl="7">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algn="ctr" lvl="8">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2" name="Google Shape;192;p13"/>
          <p:cNvSpPr txBox="1"/>
          <p:nvPr>
            <p:ph idx="8" type="subTitle"/>
          </p:nvPr>
        </p:nvSpPr>
        <p:spPr>
          <a:xfrm>
            <a:off x="6405300" y="4057079"/>
            <a:ext cx="1076100" cy="168300"/>
          </a:xfrm>
          <a:prstGeom prst="rect">
            <a:avLst/>
          </a:prstGeom>
        </p:spPr>
        <p:txBody>
          <a:bodyPr anchor="t" anchorCtr="0" bIns="91425" lIns="0" numCol="1" rIns="91425" spcFirstLastPara="1" tIns="0" wrap="square">
            <a:noAutofit/>
          </a:bodyPr>
          <a:lstStyle>
            <a:lvl1pPr algn="ctr" lvl="0">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algn="ctr" lvl="1">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algn="ctr" lvl="2">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algn="ctr" lvl="3">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algn="ctr" lvl="4">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algn="ctr" lvl="5">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algn="ctr" lvl="6">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algn="ctr" lvl="7">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algn="ctr" lvl="8">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p:txBody>
      </p:sp>
      <p:sp>
        <p:nvSpPr>
          <p:cNvPr id="193" name="Google Shape;193;p13"/>
          <p:cNvSpPr txBox="1"/>
          <p:nvPr>
            <p:ph idx="9"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4" name="Google Shape;194;p13"/>
          <p:cNvSpPr txBox="1"/>
          <p:nvPr>
            <p:ph idx="13"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195" name="Google Shape;195;p13"/>
          <p:cNvSpPr txBox="1"/>
          <p:nvPr>
            <p:ph idx="14"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196" name="Google Shape;196;p13"/>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grpSp>
        <p:nvGrpSpPr>
          <p:cNvPr id="197" name="Google Shape;197;p13"/>
          <p:cNvGrpSpPr/>
          <p:nvPr/>
        </p:nvGrpSpPr>
        <p:grpSpPr>
          <a:xfrm rot="-5400000">
            <a:off x="4794488" y="4206993"/>
            <a:ext cx="141588" cy="73485"/>
            <a:chOff x="498725" y="2069800"/>
            <a:chExt cx="205200" cy="106500"/>
          </a:xfrm>
        </p:grpSpPr>
        <p:cxnSp>
          <p:nvCxnSpPr>
            <p:cNvPr id="198" name="Google Shape;198;p13"/>
            <p:cNvCxnSpPr/>
            <p:nvPr/>
          </p:nvCxnSpPr>
          <p:spPr>
            <a:xfrm flipH="1" rot="-5400000">
              <a:off x="498725" y="2069800"/>
              <a:ext cx="103500" cy="103500"/>
            </a:xfrm>
            <a:prstGeom prst="straightConnector1">
              <a:avLst/>
            </a:prstGeom>
            <a:noFill/>
            <a:ln cap="flat" cmpd="sng" w="9525">
              <a:solidFill>
                <a:schemeClr val="lt2"/>
              </a:solidFill>
              <a:prstDash val="solid"/>
              <a:round/>
              <a:headEnd len="med" type="none" w="med"/>
              <a:tailEnd len="med" type="none" w="med"/>
            </a:ln>
          </p:spPr>
        </p:cxnSp>
        <p:cxnSp>
          <p:nvCxnSpPr>
            <p:cNvPr id="199" name="Google Shape;199;p13"/>
            <p:cNvCxnSpPr/>
            <p:nvPr/>
          </p:nvCxnSpPr>
          <p:spPr>
            <a:xfrm rot="5400000">
              <a:off x="596825" y="2069200"/>
              <a:ext cx="106500" cy="107700"/>
            </a:xfrm>
            <a:prstGeom prst="straightConnector1">
              <a:avLst/>
            </a:prstGeom>
            <a:noFill/>
            <a:ln cap="flat" cmpd="sng" w="9525">
              <a:solidFill>
                <a:schemeClr val="lt2"/>
              </a:solidFill>
              <a:prstDash val="solid"/>
              <a:round/>
              <a:headEnd len="med" type="none" w="med"/>
              <a:tailEnd len="med" type="none" w="med"/>
            </a:ln>
          </p:spPr>
        </p:cxnSp>
      </p:grpSp>
      <p:sp>
        <p:nvSpPr>
          <p:cNvPr id="200" name="Google Shape;200;p13"/>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01" name="Google Shape;201;p13"/>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cards">
  <p:cSld name="CUSTOM_1_1">
    <p:spTree>
      <p:nvGrpSpPr>
        <p:cNvPr id="202" name="Shape 202"/>
        <p:cNvGrpSpPr/>
        <p:nvPr/>
      </p:nvGrpSpPr>
      <p:grpSpPr>
        <a:xfrm>
          <a:off x="0" y="0"/>
          <a:ext cx="0" cy="0"/>
          <a:chOff x="0" y="0"/>
          <a:chExt cx="0" cy="0"/>
        </a:xfrm>
      </p:grpSpPr>
      <p:sp>
        <p:nvSpPr>
          <p:cNvPr id="203" name="Google Shape;203;p14"/>
          <p:cNvSpPr txBox="1"/>
          <p:nvPr>
            <p:ph type="title"/>
          </p:nvPr>
        </p:nvSpPr>
        <p:spPr>
          <a:xfrm>
            <a:off x="233850" y="228600"/>
            <a:ext cx="21900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204" name="Google Shape;204;p14"/>
          <p:cNvSpPr txBox="1"/>
          <p:nvPr>
            <p:ph idx="1"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5" name="Google Shape;205;p14"/>
          <p:cNvSpPr txBox="1"/>
          <p:nvPr>
            <p:ph idx="2"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06" name="Google Shape;206;p14"/>
          <p:cNvSpPr txBox="1"/>
          <p:nvPr>
            <p:ph idx="3"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07" name="Google Shape;207;p14"/>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208" name="Google Shape;208;p14"/>
          <p:cNvSpPr txBox="1"/>
          <p:nvPr>
            <p:ph idx="4" type="title"/>
          </p:nvPr>
        </p:nvSpPr>
        <p:spPr>
          <a:xfrm>
            <a:off x="3379125" y="491100"/>
            <a:ext cx="1461300" cy="293100"/>
          </a:xfrm>
          <a:prstGeom prst="rect">
            <a:avLst/>
          </a:prstGeom>
        </p:spPr>
        <p:txBody>
          <a:bodyPr anchor="b" anchorCtr="0" bIns="91425" lIns="0" numCol="1" rIns="91425" spcFirstLastPara="1" tIns="0" wrap="square">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09" name="Google Shape;209;p14"/>
          <p:cNvSpPr txBox="1"/>
          <p:nvPr>
            <p:ph idx="5" type="subTitle"/>
          </p:nvPr>
        </p:nvSpPr>
        <p:spPr>
          <a:xfrm>
            <a:off x="3379125" y="691577"/>
            <a:ext cx="15495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0" name="Google Shape;210;p14"/>
          <p:cNvSpPr txBox="1"/>
          <p:nvPr>
            <p:ph idx="6" type="subTitle"/>
          </p:nvPr>
        </p:nvSpPr>
        <p:spPr>
          <a:xfrm>
            <a:off x="3379123" y="1072077"/>
            <a:ext cx="2444700" cy="8181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1" name="Google Shape;211;p14"/>
          <p:cNvSpPr txBox="1"/>
          <p:nvPr>
            <p:ph idx="7" type="title"/>
          </p:nvPr>
        </p:nvSpPr>
        <p:spPr>
          <a:xfrm>
            <a:off x="6318039" y="491100"/>
            <a:ext cx="1461300" cy="293100"/>
          </a:xfrm>
          <a:prstGeom prst="rect">
            <a:avLst/>
          </a:prstGeom>
        </p:spPr>
        <p:txBody>
          <a:bodyPr anchor="b" anchorCtr="0" bIns="91425" lIns="0" numCol="1" rIns="91425" spcFirstLastPara="1" tIns="0" wrap="square">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2" name="Google Shape;212;p14"/>
          <p:cNvSpPr txBox="1"/>
          <p:nvPr>
            <p:ph idx="8" type="subTitle"/>
          </p:nvPr>
        </p:nvSpPr>
        <p:spPr>
          <a:xfrm>
            <a:off x="6318039" y="691577"/>
            <a:ext cx="15495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3" name="Google Shape;213;p14"/>
          <p:cNvSpPr txBox="1"/>
          <p:nvPr>
            <p:ph idx="9" type="subTitle"/>
          </p:nvPr>
        </p:nvSpPr>
        <p:spPr>
          <a:xfrm>
            <a:off x="6318036" y="1072077"/>
            <a:ext cx="2444700" cy="8181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4" name="Google Shape;214;p14"/>
          <p:cNvSpPr txBox="1"/>
          <p:nvPr>
            <p:ph idx="13" type="title"/>
          </p:nvPr>
        </p:nvSpPr>
        <p:spPr>
          <a:xfrm>
            <a:off x="6318039" y="2655740"/>
            <a:ext cx="1461300" cy="293100"/>
          </a:xfrm>
          <a:prstGeom prst="rect">
            <a:avLst/>
          </a:prstGeom>
        </p:spPr>
        <p:txBody>
          <a:bodyPr anchor="b" anchorCtr="0" bIns="91425" lIns="0" numCol="1" rIns="91425" spcFirstLastPara="1" tIns="0" wrap="square">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5" name="Google Shape;215;p14"/>
          <p:cNvSpPr txBox="1"/>
          <p:nvPr>
            <p:ph idx="14" type="subTitle"/>
          </p:nvPr>
        </p:nvSpPr>
        <p:spPr>
          <a:xfrm>
            <a:off x="6318039" y="2856216"/>
            <a:ext cx="15495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6" name="Google Shape;216;p14"/>
          <p:cNvSpPr txBox="1"/>
          <p:nvPr>
            <p:ph idx="15" type="subTitle"/>
          </p:nvPr>
        </p:nvSpPr>
        <p:spPr>
          <a:xfrm>
            <a:off x="6318036" y="3236717"/>
            <a:ext cx="2444700" cy="8181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17" name="Google Shape;217;p14"/>
          <p:cNvSpPr txBox="1"/>
          <p:nvPr>
            <p:ph idx="16" type="title"/>
          </p:nvPr>
        </p:nvSpPr>
        <p:spPr>
          <a:xfrm>
            <a:off x="3379125" y="2655740"/>
            <a:ext cx="1461300" cy="293100"/>
          </a:xfrm>
          <a:prstGeom prst="rect">
            <a:avLst/>
          </a:prstGeom>
        </p:spPr>
        <p:txBody>
          <a:bodyPr anchor="b" anchorCtr="0" bIns="91425" lIns="0" numCol="1" rIns="91425" spcFirstLastPara="1" tIns="0" wrap="square">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p:txBody>
      </p:sp>
      <p:sp>
        <p:nvSpPr>
          <p:cNvPr id="218" name="Google Shape;218;p14"/>
          <p:cNvSpPr txBox="1"/>
          <p:nvPr>
            <p:ph idx="17" type="subTitle"/>
          </p:nvPr>
        </p:nvSpPr>
        <p:spPr>
          <a:xfrm>
            <a:off x="3379125" y="2856216"/>
            <a:ext cx="15495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p:txBody>
      </p:sp>
      <p:sp>
        <p:nvSpPr>
          <p:cNvPr id="219" name="Google Shape;219;p14"/>
          <p:cNvSpPr txBox="1"/>
          <p:nvPr>
            <p:ph idx="18" type="subTitle"/>
          </p:nvPr>
        </p:nvSpPr>
        <p:spPr>
          <a:xfrm>
            <a:off x="3379123" y="3236717"/>
            <a:ext cx="2444700" cy="8181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p:txBody>
      </p:sp>
      <p:sp>
        <p:nvSpPr>
          <p:cNvPr id="220" name="Google Shape;220;p14"/>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21" name="Google Shape;221;p14"/>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CUSTOM_7_1_1_1_1_1_1_1_1_1_1_1_1_1_1_1_1_1">
    <p:spTree>
      <p:nvGrpSpPr>
        <p:cNvPr id="222" name="Shape 222"/>
        <p:cNvGrpSpPr/>
        <p:nvPr/>
      </p:nvGrpSpPr>
      <p:grpSpPr>
        <a:xfrm>
          <a:off x="0" y="0"/>
          <a:ext cx="0" cy="0"/>
          <a:chOff x="0" y="0"/>
          <a:chExt cx="0" cy="0"/>
        </a:xfrm>
      </p:grpSpPr>
      <p:pic>
        <p:nvPicPr>
          <p:cNvPr id="223" name="Google Shape;223;p15"/>
          <p:cNvPicPr preferRelativeResize="0"/>
          <p:nvPr/>
        </p:nvPicPr>
        <p:blipFill rotWithShape="1">
          <a:blip r:embed="rId2">
            <a:alphaModFix/>
          </a:blip>
          <a:srcRect b="14588" l="0" r="15469" t="0"/>
          <a:stretch/>
        </p:blipFill>
        <p:spPr>
          <a:xfrm flipH="1">
            <a:off x="4571999" y="2061075"/>
            <a:ext cx="4572001" cy="3082424"/>
          </a:xfrm>
          <a:prstGeom prst="rect">
            <a:avLst/>
          </a:prstGeom>
          <a:noFill/>
          <a:ln>
            <a:noFill/>
          </a:ln>
        </p:spPr>
      </p:pic>
      <p:cxnSp>
        <p:nvCxnSpPr>
          <p:cNvPr id="224" name="Google Shape;224;p15"/>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225" name="Google Shape;225;p15"/>
          <p:cNvSpPr txBox="1"/>
          <p:nvPr>
            <p:ph idx="1"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6" name="Google Shape;226;p15"/>
          <p:cNvSpPr txBox="1"/>
          <p:nvPr>
            <p:ph idx="2"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7" name="Google Shape;227;p15"/>
          <p:cNvSpPr txBox="1"/>
          <p:nvPr>
            <p:ph idx="3"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28" name="Google Shape;228;p15"/>
          <p:cNvSpPr txBox="1"/>
          <p:nvPr>
            <p:ph idx="4" type="subTitle"/>
          </p:nvPr>
        </p:nvSpPr>
        <p:spPr>
          <a:xfrm>
            <a:off x="228600" y="228600"/>
            <a:ext cx="2920800" cy="228600"/>
          </a:xfrm>
          <a:prstGeom prst="rect">
            <a:avLst/>
          </a:prstGeom>
        </p:spPr>
        <p:txBody>
          <a:bodyPr anchor="t" anchorCtr="0" bIns="0" lIns="0" numCol="1" rIns="0" spcFirstLastPara="1" tIns="0" wrap="square">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29" name="Google Shape;229;p15"/>
          <p:cNvSpPr txBox="1"/>
          <p:nvPr>
            <p:ph type="title"/>
          </p:nvPr>
        </p:nvSpPr>
        <p:spPr>
          <a:xfrm>
            <a:off x="355225" y="1775475"/>
            <a:ext cx="1862100" cy="293100"/>
          </a:xfrm>
          <a:prstGeom prst="rect">
            <a:avLst/>
          </a:prstGeom>
        </p:spPr>
        <p:txBody>
          <a:bodyPr anchor="b" anchorCtr="0" bIns="91425" lIns="0" numCol="1" rIns="91425" spcFirstLastPara="1" tIns="0" wrap="square">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0" name="Google Shape;230;p15"/>
          <p:cNvSpPr txBox="1"/>
          <p:nvPr>
            <p:ph idx="5" type="subTitle"/>
          </p:nvPr>
        </p:nvSpPr>
        <p:spPr>
          <a:xfrm>
            <a:off x="355225" y="2161825"/>
            <a:ext cx="19746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1" name="Google Shape;231;p15"/>
          <p:cNvSpPr txBox="1"/>
          <p:nvPr>
            <p:ph idx="6" type="body"/>
          </p:nvPr>
        </p:nvSpPr>
        <p:spPr>
          <a:xfrm>
            <a:off x="355225" y="2465025"/>
            <a:ext cx="1826700" cy="477900"/>
          </a:xfrm>
          <a:prstGeom prst="rect">
            <a:avLst/>
          </a:prstGeom>
        </p:spPr>
        <p:txBody>
          <a:bodyPr anchor="t" anchorCtr="0" bIns="91425" lIns="0" numCol="1" rIns="91425" spcFirstLastPara="1" tIns="0" wrap="square">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2" name="Google Shape;232;p15"/>
          <p:cNvSpPr txBox="1"/>
          <p:nvPr>
            <p:ph idx="7" type="title"/>
          </p:nvPr>
        </p:nvSpPr>
        <p:spPr>
          <a:xfrm>
            <a:off x="2543875" y="1775475"/>
            <a:ext cx="1862100" cy="293100"/>
          </a:xfrm>
          <a:prstGeom prst="rect">
            <a:avLst/>
          </a:prstGeom>
        </p:spPr>
        <p:txBody>
          <a:bodyPr anchor="b" anchorCtr="0" bIns="91425" lIns="0" numCol="1" rIns="91425" spcFirstLastPara="1" tIns="0" wrap="square">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3" name="Google Shape;233;p15"/>
          <p:cNvSpPr txBox="1"/>
          <p:nvPr>
            <p:ph idx="8" type="subTitle"/>
          </p:nvPr>
        </p:nvSpPr>
        <p:spPr>
          <a:xfrm>
            <a:off x="2543875" y="2161825"/>
            <a:ext cx="19746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4" name="Google Shape;234;p15"/>
          <p:cNvSpPr txBox="1"/>
          <p:nvPr>
            <p:ph idx="9" type="body"/>
          </p:nvPr>
        </p:nvSpPr>
        <p:spPr>
          <a:xfrm>
            <a:off x="2543875" y="2465025"/>
            <a:ext cx="1826700" cy="477900"/>
          </a:xfrm>
          <a:prstGeom prst="rect">
            <a:avLst/>
          </a:prstGeom>
        </p:spPr>
        <p:txBody>
          <a:bodyPr anchor="t" anchorCtr="0" bIns="91425" lIns="0" numCol="1" rIns="91425" spcFirstLastPara="1" tIns="0" wrap="square">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5" name="Google Shape;235;p15"/>
          <p:cNvSpPr txBox="1"/>
          <p:nvPr>
            <p:ph idx="13" type="title"/>
          </p:nvPr>
        </p:nvSpPr>
        <p:spPr>
          <a:xfrm>
            <a:off x="4745500" y="1775475"/>
            <a:ext cx="1862100" cy="293100"/>
          </a:xfrm>
          <a:prstGeom prst="rect">
            <a:avLst/>
          </a:prstGeom>
        </p:spPr>
        <p:txBody>
          <a:bodyPr anchor="b" anchorCtr="0" bIns="91425" lIns="0" numCol="1" rIns="91425" spcFirstLastPara="1" tIns="0" wrap="square">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6" name="Google Shape;236;p15"/>
          <p:cNvSpPr txBox="1"/>
          <p:nvPr>
            <p:ph idx="14" type="subTitle"/>
          </p:nvPr>
        </p:nvSpPr>
        <p:spPr>
          <a:xfrm>
            <a:off x="4745500" y="2161825"/>
            <a:ext cx="19746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37" name="Google Shape;237;p15"/>
          <p:cNvSpPr txBox="1"/>
          <p:nvPr>
            <p:ph idx="15" type="body"/>
          </p:nvPr>
        </p:nvSpPr>
        <p:spPr>
          <a:xfrm>
            <a:off x="4745400" y="2465025"/>
            <a:ext cx="1826700" cy="477900"/>
          </a:xfrm>
          <a:prstGeom prst="rect">
            <a:avLst/>
          </a:prstGeom>
        </p:spPr>
        <p:txBody>
          <a:bodyPr anchor="t" anchorCtr="0" bIns="91425" lIns="0" numCol="1" rIns="91425" spcFirstLastPara="1" tIns="0" wrap="square">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38" name="Google Shape;238;p15"/>
          <p:cNvSpPr txBox="1"/>
          <p:nvPr>
            <p:ph idx="16" type="title"/>
          </p:nvPr>
        </p:nvSpPr>
        <p:spPr>
          <a:xfrm>
            <a:off x="6942300" y="1775475"/>
            <a:ext cx="1862100" cy="293100"/>
          </a:xfrm>
          <a:prstGeom prst="rect">
            <a:avLst/>
          </a:prstGeom>
        </p:spPr>
        <p:txBody>
          <a:bodyPr anchor="b" anchorCtr="0" bIns="91425" lIns="0" numCol="1" rIns="91425" spcFirstLastPara="1" tIns="0" wrap="square">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p:txBody>
      </p:sp>
      <p:sp>
        <p:nvSpPr>
          <p:cNvPr id="239" name="Google Shape;239;p15"/>
          <p:cNvSpPr txBox="1"/>
          <p:nvPr>
            <p:ph idx="17" type="subTitle"/>
          </p:nvPr>
        </p:nvSpPr>
        <p:spPr>
          <a:xfrm>
            <a:off x="6942300" y="2161825"/>
            <a:ext cx="1974600" cy="204600"/>
          </a:xfrm>
          <a:prstGeom prst="rect">
            <a:avLst/>
          </a:prstGeom>
        </p:spPr>
        <p:txBody>
          <a:bodyPr anchor="t" anchorCtr="0" bIns="91425" lIns="0" numCol="1" rIns="91425" spcFirstLastPara="1" tIns="0" wrap="square">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p:txBody>
      </p:sp>
      <p:sp>
        <p:nvSpPr>
          <p:cNvPr id="240" name="Google Shape;240;p15"/>
          <p:cNvSpPr txBox="1"/>
          <p:nvPr>
            <p:ph idx="18" type="body"/>
          </p:nvPr>
        </p:nvSpPr>
        <p:spPr>
          <a:xfrm>
            <a:off x="6942300" y="2465025"/>
            <a:ext cx="1791600" cy="477900"/>
          </a:xfrm>
          <a:prstGeom prst="rect">
            <a:avLst/>
          </a:prstGeom>
        </p:spPr>
        <p:txBody>
          <a:bodyPr anchor="t" anchorCtr="0" bIns="91425" lIns="0" numCol="1" rIns="91425" spcFirstLastPara="1" tIns="0" wrap="square">
            <a:noAutofit/>
          </a:bodyPr>
          <a:lstStyle>
            <a:lvl1pPr indent="-279400" lvl="0" marL="457200">
              <a:spcBef>
                <a:spcPts val="0"/>
              </a:spcBef>
              <a:spcAft>
                <a:spcPts val="0"/>
              </a:spcAft>
              <a:buClr>
                <a:schemeClr val="dk2"/>
              </a:buClr>
              <a:buSzPts val="800"/>
              <a:buFont typeface="Urbanist"/>
              <a:buChar char="●"/>
              <a:defRPr sz="800">
                <a:solidFill>
                  <a:schemeClr val="dk2"/>
                </a:solidFill>
              </a:defRPr>
            </a:lvl1pPr>
            <a:lvl2pPr indent="-279400" lvl="1" marL="914400">
              <a:spcBef>
                <a:spcPts val="0"/>
              </a:spcBef>
              <a:spcAft>
                <a:spcPts val="0"/>
              </a:spcAft>
              <a:buClr>
                <a:schemeClr val="dk2"/>
              </a:buClr>
              <a:buSzPts val="800"/>
              <a:buFont typeface="Urbanist"/>
              <a:buChar char="○"/>
              <a:defRPr sz="800">
                <a:solidFill>
                  <a:schemeClr val="dk2"/>
                </a:solidFill>
              </a:defRPr>
            </a:lvl2pPr>
            <a:lvl3pPr indent="-279400" lvl="2" marL="1371600">
              <a:spcBef>
                <a:spcPts val="0"/>
              </a:spcBef>
              <a:spcAft>
                <a:spcPts val="0"/>
              </a:spcAft>
              <a:buClr>
                <a:schemeClr val="dk2"/>
              </a:buClr>
              <a:buSzPts val="800"/>
              <a:buFont typeface="Urbanist"/>
              <a:buChar char="■"/>
              <a:defRPr sz="800">
                <a:solidFill>
                  <a:schemeClr val="dk2"/>
                </a:solidFill>
              </a:defRPr>
            </a:lvl3pPr>
            <a:lvl4pPr indent="-279400" lvl="3" marL="1828800">
              <a:spcBef>
                <a:spcPts val="0"/>
              </a:spcBef>
              <a:spcAft>
                <a:spcPts val="0"/>
              </a:spcAft>
              <a:buClr>
                <a:schemeClr val="dk2"/>
              </a:buClr>
              <a:buSzPts val="800"/>
              <a:buFont typeface="Urbanist"/>
              <a:buChar char="●"/>
              <a:defRPr sz="800">
                <a:solidFill>
                  <a:schemeClr val="dk2"/>
                </a:solidFill>
              </a:defRPr>
            </a:lvl4pPr>
            <a:lvl5pPr indent="-279400" lvl="4" marL="2286000">
              <a:spcBef>
                <a:spcPts val="0"/>
              </a:spcBef>
              <a:spcAft>
                <a:spcPts val="0"/>
              </a:spcAft>
              <a:buClr>
                <a:schemeClr val="dk2"/>
              </a:buClr>
              <a:buSzPts val="800"/>
              <a:buFont typeface="Urbanist"/>
              <a:buChar char="○"/>
              <a:defRPr sz="800">
                <a:solidFill>
                  <a:schemeClr val="dk2"/>
                </a:solidFill>
              </a:defRPr>
            </a:lvl5pPr>
            <a:lvl6pPr indent="-279400" lvl="5" marL="2743200">
              <a:spcBef>
                <a:spcPts val="0"/>
              </a:spcBef>
              <a:spcAft>
                <a:spcPts val="0"/>
              </a:spcAft>
              <a:buClr>
                <a:schemeClr val="dk2"/>
              </a:buClr>
              <a:buSzPts val="800"/>
              <a:buFont typeface="Urbanist"/>
              <a:buChar char="■"/>
              <a:defRPr sz="800">
                <a:solidFill>
                  <a:schemeClr val="dk2"/>
                </a:solidFill>
              </a:defRPr>
            </a:lvl6pPr>
            <a:lvl7pPr indent="-279400" lvl="6" marL="3200400">
              <a:spcBef>
                <a:spcPts val="0"/>
              </a:spcBef>
              <a:spcAft>
                <a:spcPts val="0"/>
              </a:spcAft>
              <a:buClr>
                <a:schemeClr val="dk2"/>
              </a:buClr>
              <a:buSzPts val="800"/>
              <a:buFont typeface="Urbanist"/>
              <a:buChar char="●"/>
              <a:defRPr sz="800">
                <a:solidFill>
                  <a:schemeClr val="dk2"/>
                </a:solidFill>
              </a:defRPr>
            </a:lvl7pPr>
            <a:lvl8pPr indent="-279400" lvl="7" marL="3657600">
              <a:spcBef>
                <a:spcPts val="0"/>
              </a:spcBef>
              <a:spcAft>
                <a:spcPts val="0"/>
              </a:spcAft>
              <a:buClr>
                <a:schemeClr val="dk2"/>
              </a:buClr>
              <a:buSzPts val="800"/>
              <a:buFont typeface="Urbanist"/>
              <a:buChar char="○"/>
              <a:defRPr sz="800">
                <a:solidFill>
                  <a:schemeClr val="dk2"/>
                </a:solidFill>
              </a:defRPr>
            </a:lvl8pPr>
            <a:lvl9pPr indent="-279400" lvl="8" marL="4114800">
              <a:spcBef>
                <a:spcPts val="0"/>
              </a:spcBef>
              <a:spcAft>
                <a:spcPts val="0"/>
              </a:spcAft>
              <a:buClr>
                <a:schemeClr val="dk2"/>
              </a:buClr>
              <a:buSzPts val="800"/>
              <a:buFont typeface="Urbanist"/>
              <a:buChar char="■"/>
              <a:defRPr sz="800">
                <a:solidFill>
                  <a:schemeClr val="dk2"/>
                </a:solidFill>
              </a:defRPr>
            </a:lvl9pPr>
          </a:lstStyle>
          <a:p/>
        </p:txBody>
      </p:sp>
      <p:sp>
        <p:nvSpPr>
          <p:cNvPr id="241" name="Google Shape;241;p15"/>
          <p:cNvSpPr txBox="1"/>
          <p:nvPr>
            <p:ph idx="19" type="title"/>
          </p:nvPr>
        </p:nvSpPr>
        <p:spPr>
          <a:xfrm>
            <a:off x="228600" y="613525"/>
            <a:ext cx="3904500" cy="864900"/>
          </a:xfrm>
          <a:prstGeom prst="rect">
            <a:avLst/>
          </a:prstGeom>
        </p:spPr>
        <p:txBody>
          <a:bodyPr anchor="t" anchorCtr="0" bIns="91425" lIns="0" numCol="1" rIns="91425" spcFirstLastPara="1" tIns="0" wrap="square">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242" name="Google Shape;242;p15"/>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43" name="Google Shape;243;p15"/>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ers">
  <p:cSld name="CUSTOM">
    <p:spTree>
      <p:nvGrpSpPr>
        <p:cNvPr id="244" name="Shape 244"/>
        <p:cNvGrpSpPr/>
        <p:nvPr/>
      </p:nvGrpSpPr>
      <p:grpSpPr>
        <a:xfrm>
          <a:off x="0" y="0"/>
          <a:ext cx="0" cy="0"/>
          <a:chOff x="0" y="0"/>
          <a:chExt cx="0" cy="0"/>
        </a:xfrm>
      </p:grpSpPr>
      <p:sp>
        <p:nvSpPr>
          <p:cNvPr id="245" name="Google Shape;245;p16"/>
          <p:cNvSpPr txBox="1"/>
          <p:nvPr>
            <p:ph idx="1" type="subTitle"/>
          </p:nvPr>
        </p:nvSpPr>
        <p:spPr>
          <a:xfrm>
            <a:off x="228600" y="228600"/>
            <a:ext cx="29208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p:txBody>
      </p:sp>
      <p:cxnSp>
        <p:nvCxnSpPr>
          <p:cNvPr id="246" name="Google Shape;246;p16"/>
          <p:cNvCxnSpPr/>
          <p:nvPr/>
        </p:nvCxnSpPr>
        <p:spPr>
          <a:xfrm>
            <a:off x="228450" y="2061025"/>
            <a:ext cx="8687100" cy="0"/>
          </a:xfrm>
          <a:prstGeom prst="straightConnector1">
            <a:avLst/>
          </a:prstGeom>
          <a:noFill/>
          <a:ln cap="flat" cmpd="sng" w="9525">
            <a:solidFill>
              <a:schemeClr val="lt2"/>
            </a:solidFill>
            <a:prstDash val="solid"/>
            <a:round/>
            <a:headEnd len="med" type="none" w="med"/>
            <a:tailEnd len="med" type="none" w="med"/>
          </a:ln>
        </p:spPr>
      </p:cxnSp>
      <p:sp>
        <p:nvSpPr>
          <p:cNvPr id="247" name="Google Shape;247;p16"/>
          <p:cNvSpPr txBox="1"/>
          <p:nvPr>
            <p:ph idx="2"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8" name="Google Shape;248;p16"/>
          <p:cNvSpPr txBox="1"/>
          <p:nvPr>
            <p:ph idx="3"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49" name="Google Shape;249;p16"/>
          <p:cNvSpPr txBox="1"/>
          <p:nvPr>
            <p:ph idx="4"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50" name="Google Shape;250;p16"/>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251" name="Google Shape;251;p16"/>
          <p:cNvSpPr txBox="1"/>
          <p:nvPr>
            <p:ph type="title"/>
          </p:nvPr>
        </p:nvSpPr>
        <p:spPr>
          <a:xfrm>
            <a:off x="228600" y="369300"/>
            <a:ext cx="6480300" cy="587700"/>
          </a:xfrm>
          <a:prstGeom prst="rect">
            <a:avLst/>
          </a:prstGeom>
        </p:spPr>
        <p:txBody>
          <a:bodyPr anchor="t" anchorCtr="0" bIns="91425" lIns="0" numCol="1" rIns="91425" spcFirstLastPara="1" tIns="91425" wrap="square">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p:txBody>
      </p:sp>
      <p:sp>
        <p:nvSpPr>
          <p:cNvPr id="252" name="Google Shape;252;p16"/>
          <p:cNvSpPr/>
          <p:nvPr>
            <p:ph idx="5" type="pic"/>
          </p:nvPr>
        </p:nvSpPr>
        <p:spPr>
          <a:xfrm>
            <a:off x="3795900" y="2682425"/>
            <a:ext cx="1458300" cy="1458300"/>
          </a:xfrm>
          <a:prstGeom prst="ellipse">
            <a:avLst/>
          </a:prstGeom>
          <a:noFill/>
          <a:ln cap="flat" cmpd="sng" w="9525">
            <a:solidFill>
              <a:schemeClr val="accent3"/>
            </a:solidFill>
            <a:prstDash val="solid"/>
            <a:round/>
            <a:headEnd len="sm" type="none" w="sm"/>
            <a:tailEnd len="sm" type="none" w="sm"/>
          </a:ln>
        </p:spPr>
      </p:sp>
      <p:sp>
        <p:nvSpPr>
          <p:cNvPr id="253" name="Google Shape;253;p16"/>
          <p:cNvSpPr txBox="1"/>
          <p:nvPr>
            <p:ph idx="6" type="body"/>
          </p:nvPr>
        </p:nvSpPr>
        <p:spPr>
          <a:xfrm>
            <a:off x="5871500" y="2468775"/>
            <a:ext cx="2864700" cy="676500"/>
          </a:xfrm>
          <a:prstGeom prst="rect">
            <a:avLst/>
          </a:prstGeom>
        </p:spPr>
        <p:txBody>
          <a:bodyPr anchor="t" anchorCtr="0" bIns="91425" lIns="0" numCol="1" rIns="91425" spcFirstLastPara="1" tIns="0" wrap="square">
            <a:noAutofit/>
          </a:bodyPr>
          <a:lstStyle>
            <a:lvl1pPr indent="-292100" lvl="0" marL="457200">
              <a:spcBef>
                <a:spcPts val="0"/>
              </a:spcBef>
              <a:spcAft>
                <a:spcPts val="0"/>
              </a:spcAft>
              <a:buClr>
                <a:schemeClr val="dk2"/>
              </a:buClr>
              <a:buSzPts val="1000"/>
              <a:buFont typeface="Urbanist"/>
              <a:buChar char="●"/>
              <a:defRPr sz="1000">
                <a:solidFill>
                  <a:schemeClr val="dk2"/>
                </a:solidFill>
              </a:defRPr>
            </a:lvl1pPr>
            <a:lvl2pPr indent="-292100" lvl="1" marL="914400">
              <a:spcBef>
                <a:spcPts val="0"/>
              </a:spcBef>
              <a:spcAft>
                <a:spcPts val="0"/>
              </a:spcAft>
              <a:buClr>
                <a:schemeClr val="dk2"/>
              </a:buClr>
              <a:buSzPts val="1000"/>
              <a:buFont typeface="Urbanist"/>
              <a:buChar char="○"/>
              <a:defRPr sz="1000">
                <a:solidFill>
                  <a:schemeClr val="dk2"/>
                </a:solidFill>
              </a:defRPr>
            </a:lvl2pPr>
            <a:lvl3pPr indent="-292100" lvl="2" marL="1371600">
              <a:spcBef>
                <a:spcPts val="0"/>
              </a:spcBef>
              <a:spcAft>
                <a:spcPts val="0"/>
              </a:spcAft>
              <a:buClr>
                <a:schemeClr val="dk2"/>
              </a:buClr>
              <a:buSzPts val="1000"/>
              <a:buFont typeface="Urbanist"/>
              <a:buChar char="■"/>
              <a:defRPr sz="1000">
                <a:solidFill>
                  <a:schemeClr val="dk2"/>
                </a:solidFill>
              </a:defRPr>
            </a:lvl3pPr>
            <a:lvl4pPr indent="-292100" lvl="3" marL="1828800">
              <a:spcBef>
                <a:spcPts val="0"/>
              </a:spcBef>
              <a:spcAft>
                <a:spcPts val="0"/>
              </a:spcAft>
              <a:buClr>
                <a:schemeClr val="dk2"/>
              </a:buClr>
              <a:buSzPts val="1000"/>
              <a:buFont typeface="Urbanist"/>
              <a:buChar char="●"/>
              <a:defRPr sz="1000">
                <a:solidFill>
                  <a:schemeClr val="dk2"/>
                </a:solidFill>
              </a:defRPr>
            </a:lvl4pPr>
            <a:lvl5pPr indent="-292100" lvl="4" marL="2286000">
              <a:spcBef>
                <a:spcPts val="0"/>
              </a:spcBef>
              <a:spcAft>
                <a:spcPts val="0"/>
              </a:spcAft>
              <a:buClr>
                <a:schemeClr val="dk2"/>
              </a:buClr>
              <a:buSzPts val="1000"/>
              <a:buFont typeface="Urbanist"/>
              <a:buChar char="○"/>
              <a:defRPr sz="1000">
                <a:solidFill>
                  <a:schemeClr val="dk2"/>
                </a:solidFill>
              </a:defRPr>
            </a:lvl5pPr>
            <a:lvl6pPr indent="-292100" lvl="5" marL="2743200">
              <a:spcBef>
                <a:spcPts val="0"/>
              </a:spcBef>
              <a:spcAft>
                <a:spcPts val="0"/>
              </a:spcAft>
              <a:buClr>
                <a:schemeClr val="dk2"/>
              </a:buClr>
              <a:buSzPts val="1000"/>
              <a:buFont typeface="Urbanist"/>
              <a:buChar char="■"/>
              <a:defRPr sz="1000">
                <a:solidFill>
                  <a:schemeClr val="dk2"/>
                </a:solidFill>
              </a:defRPr>
            </a:lvl6pPr>
            <a:lvl7pPr indent="-292100" lvl="6" marL="3200400">
              <a:spcBef>
                <a:spcPts val="0"/>
              </a:spcBef>
              <a:spcAft>
                <a:spcPts val="0"/>
              </a:spcAft>
              <a:buClr>
                <a:schemeClr val="dk2"/>
              </a:buClr>
              <a:buSzPts val="1000"/>
              <a:buFont typeface="Urbanist"/>
              <a:buChar char="●"/>
              <a:defRPr sz="1000">
                <a:solidFill>
                  <a:schemeClr val="dk2"/>
                </a:solidFill>
              </a:defRPr>
            </a:lvl7pPr>
            <a:lvl8pPr indent="-292100" lvl="7" marL="3657600">
              <a:spcBef>
                <a:spcPts val="0"/>
              </a:spcBef>
              <a:spcAft>
                <a:spcPts val="0"/>
              </a:spcAft>
              <a:buClr>
                <a:schemeClr val="dk2"/>
              </a:buClr>
              <a:buSzPts val="1000"/>
              <a:buFont typeface="Urbanist"/>
              <a:buChar char="○"/>
              <a:defRPr sz="1000">
                <a:solidFill>
                  <a:schemeClr val="dk2"/>
                </a:solidFill>
              </a:defRPr>
            </a:lvl8pPr>
            <a:lvl9pPr indent="-292100" lvl="8" marL="4114800">
              <a:spcBef>
                <a:spcPts val="0"/>
              </a:spcBef>
              <a:spcAft>
                <a:spcPts val="0"/>
              </a:spcAft>
              <a:buClr>
                <a:schemeClr val="dk2"/>
              </a:buClr>
              <a:buSzPts val="1000"/>
              <a:buFont typeface="Urbanist"/>
              <a:buChar char="■"/>
              <a:defRPr sz="1000">
                <a:solidFill>
                  <a:schemeClr val="dk2"/>
                </a:solidFill>
              </a:defRPr>
            </a:lvl9pPr>
          </a:lstStyle>
          <a:p/>
        </p:txBody>
      </p:sp>
      <p:sp>
        <p:nvSpPr>
          <p:cNvPr id="254" name="Google Shape;254;p16"/>
          <p:cNvSpPr txBox="1"/>
          <p:nvPr>
            <p:ph idx="7" type="body"/>
          </p:nvPr>
        </p:nvSpPr>
        <p:spPr>
          <a:xfrm>
            <a:off x="5871500" y="3553025"/>
            <a:ext cx="2864700" cy="696000"/>
          </a:xfrm>
          <a:prstGeom prst="rect">
            <a:avLst/>
          </a:prstGeom>
        </p:spPr>
        <p:txBody>
          <a:bodyPr anchor="t" anchorCtr="0" bIns="91425" lIns="0" numCol="1" rIns="91425" spcFirstLastPara="1" tIns="0" wrap="square">
            <a:spAutoFit/>
          </a:bodyPr>
          <a:lstStyle>
            <a:lvl1pPr indent="-304800" lvl="0" marL="4572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indent="-304800" lvl="1" marL="914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indent="-304800" lvl="2" marL="1371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indent="-304800" lvl="3" marL="1828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indent="-304800" lvl="4" marL="22860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indent="-304800" lvl="5" marL="27432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indent="-304800" lvl="6" marL="32004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indent="-304800" lvl="7" marL="36576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indent="-304800" lvl="8" marL="411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p:txBody>
      </p:sp>
      <p:sp>
        <p:nvSpPr>
          <p:cNvPr id="255" name="Google Shape;255;p16"/>
          <p:cNvSpPr txBox="1"/>
          <p:nvPr>
            <p:ph idx="8" type="subTitle"/>
          </p:nvPr>
        </p:nvSpPr>
        <p:spPr>
          <a:xfrm>
            <a:off x="238800" y="2720113"/>
            <a:ext cx="2824500" cy="1458300"/>
          </a:xfrm>
          <a:prstGeom prst="rect">
            <a:avLst/>
          </a:prstGeom>
        </p:spPr>
        <p:txBody>
          <a:bodyPr anchor="t" anchorCtr="0" bIns="91425" lIns="0" numCol="1" rIns="91425" spcFirstLastPara="1" tIns="0" wrap="square">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p:txBody>
      </p:sp>
      <p:sp>
        <p:nvSpPr>
          <p:cNvPr id="256" name="Google Shape;256;p16"/>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57" name="Google Shape;257;p16"/>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s">
  <p:cSld name="CUSTOM_2">
    <p:spTree>
      <p:nvGrpSpPr>
        <p:cNvPr id="258" name="Shape 258"/>
        <p:cNvGrpSpPr/>
        <p:nvPr/>
      </p:nvGrpSpPr>
      <p:grpSpPr>
        <a:xfrm>
          <a:off x="0" y="0"/>
          <a:ext cx="0" cy="0"/>
          <a:chOff x="0" y="0"/>
          <a:chExt cx="0" cy="0"/>
        </a:xfrm>
      </p:grpSpPr>
      <p:sp>
        <p:nvSpPr>
          <p:cNvPr id="259" name="Google Shape;259;p17"/>
          <p:cNvSpPr txBox="1"/>
          <p:nvPr>
            <p:ph idx="1"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0" name="Google Shape;260;p17"/>
          <p:cNvSpPr txBox="1"/>
          <p:nvPr>
            <p:ph idx="2"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61" name="Google Shape;261;p17"/>
          <p:cNvSpPr txBox="1"/>
          <p:nvPr>
            <p:ph idx="3"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62" name="Google Shape;262;p17"/>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263" name="Google Shape;263;p17"/>
          <p:cNvSpPr/>
          <p:nvPr/>
        </p:nvSpPr>
        <p:spPr>
          <a:xfrm>
            <a:off x="228600" y="1395962"/>
            <a:ext cx="2101200" cy="3054000"/>
          </a:xfrm>
          <a:prstGeom prst="roundRect">
            <a:avLst>
              <a:gd fmla="val 9631" name="adj"/>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64" name="Google Shape;264;p17"/>
          <p:cNvSpPr/>
          <p:nvPr/>
        </p:nvSpPr>
        <p:spPr>
          <a:xfrm>
            <a:off x="2423700" y="1395962"/>
            <a:ext cx="3198600" cy="3054000"/>
          </a:xfrm>
          <a:prstGeom prst="roundRect">
            <a:avLst>
              <a:gd fmla="val 6747" name="adj"/>
            </a:avLst>
          </a:prstGeom>
          <a:solidFill>
            <a:schemeClr val="lt2"/>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65" name="Google Shape;265;p17"/>
          <p:cNvSpPr/>
          <p:nvPr/>
        </p:nvSpPr>
        <p:spPr>
          <a:xfrm>
            <a:off x="5716850" y="1395962"/>
            <a:ext cx="3198600" cy="1758300"/>
          </a:xfrm>
          <a:prstGeom prst="roundRect">
            <a:avLst>
              <a:gd fmla="val 9631" name="adj"/>
            </a:avLst>
          </a:prstGeom>
          <a:solidFill>
            <a:schemeClr val="lt2"/>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66" name="Google Shape;266;p17"/>
          <p:cNvSpPr/>
          <p:nvPr/>
        </p:nvSpPr>
        <p:spPr>
          <a:xfrm>
            <a:off x="5716200" y="3231390"/>
            <a:ext cx="3198600" cy="1217400"/>
          </a:xfrm>
          <a:prstGeom prst="roundRect">
            <a:avLst>
              <a:gd fmla="val 13607" name="adj"/>
            </a:avLst>
          </a:prstGeom>
          <a:solidFill>
            <a:schemeClr val="lt2"/>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67" name="Google Shape;267;p17"/>
          <p:cNvSpPr/>
          <p:nvPr>
            <p:ph idx="4" type="pic"/>
          </p:nvPr>
        </p:nvSpPr>
        <p:spPr>
          <a:xfrm>
            <a:off x="381950" y="993050"/>
            <a:ext cx="850500" cy="850500"/>
          </a:xfrm>
          <a:prstGeom prst="ellipse">
            <a:avLst/>
          </a:prstGeom>
          <a:noFill/>
          <a:ln cap="flat" cmpd="sng" w="9525">
            <a:solidFill>
              <a:schemeClr val="accent3"/>
            </a:solidFill>
            <a:prstDash val="solid"/>
            <a:round/>
            <a:headEnd len="sm" type="none" w="sm"/>
            <a:tailEnd len="sm" type="none" w="sm"/>
          </a:ln>
        </p:spPr>
      </p:sp>
      <p:sp>
        <p:nvSpPr>
          <p:cNvPr id="268" name="Google Shape;268;p17"/>
          <p:cNvSpPr txBox="1"/>
          <p:nvPr>
            <p:ph idx="5" type="subTitle"/>
          </p:nvPr>
        </p:nvSpPr>
        <p:spPr>
          <a:xfrm>
            <a:off x="381950" y="2062875"/>
            <a:ext cx="1786500" cy="236400"/>
          </a:xfrm>
          <a:prstGeom prst="rect">
            <a:avLst/>
          </a:prstGeom>
        </p:spPr>
        <p:txBody>
          <a:bodyPr anchor="t" anchorCtr="0" bIns="0" lIns="0" numCol="1" rIns="0" spcFirstLastPara="1" tIns="0" wrap="square">
            <a:noAutofit/>
          </a:bodyPr>
          <a:lstStyle>
            <a:lvl1pPr lvl="0">
              <a:spcBef>
                <a:spcPts val="0"/>
              </a:spcBef>
              <a:spcAft>
                <a:spcPts val="0"/>
              </a:spcAft>
              <a:buClr>
                <a:schemeClr val="dk1"/>
              </a:buClr>
              <a:buSzPts val="1200"/>
              <a:buFont typeface="Urbanist"/>
              <a:buNone/>
              <a:defRPr b="1" sz="1200">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p:txBody>
      </p:sp>
      <p:sp>
        <p:nvSpPr>
          <p:cNvPr id="269" name="Google Shape;269;p17"/>
          <p:cNvSpPr txBox="1"/>
          <p:nvPr>
            <p:ph idx="6" type="body"/>
          </p:nvPr>
        </p:nvSpPr>
        <p:spPr>
          <a:xfrm>
            <a:off x="381950" y="2453500"/>
            <a:ext cx="1786500" cy="1536300"/>
          </a:xfrm>
          <a:prstGeom prst="rect">
            <a:avLst/>
          </a:prstGeom>
        </p:spPr>
        <p:txBody>
          <a:bodyPr anchor="t" anchorCtr="0" bIns="0" lIns="0" numCol="1" rIns="0" spcFirstLastPara="1" tIns="0" wrap="square">
            <a:noAutofit/>
          </a:bodyPr>
          <a:lstStyle>
            <a:lvl1pPr indent="-292100" lvl="0" marL="457200">
              <a:spcBef>
                <a:spcPts val="0"/>
              </a:spcBef>
              <a:spcAft>
                <a:spcPts val="0"/>
              </a:spcAft>
              <a:buClr>
                <a:schemeClr val="dk1"/>
              </a:buClr>
              <a:buSzPts val="1000"/>
              <a:buFont typeface="Urbanist"/>
              <a:buChar char="●"/>
              <a:defRPr sz="1000">
                <a:solidFill>
                  <a:schemeClr val="dk1"/>
                </a:solidFill>
              </a:defRPr>
            </a:lvl1pPr>
            <a:lvl2pPr indent="-292100" lvl="1" marL="914400">
              <a:spcBef>
                <a:spcPts val="0"/>
              </a:spcBef>
              <a:spcAft>
                <a:spcPts val="0"/>
              </a:spcAft>
              <a:buClr>
                <a:schemeClr val="dk1"/>
              </a:buClr>
              <a:buSzPts val="1000"/>
              <a:buFont typeface="Urbanist"/>
              <a:buChar char="○"/>
              <a:defRPr sz="1000">
                <a:solidFill>
                  <a:schemeClr val="dk1"/>
                </a:solidFill>
              </a:defRPr>
            </a:lvl2pPr>
            <a:lvl3pPr indent="-292100" lvl="2" marL="1371600">
              <a:spcBef>
                <a:spcPts val="0"/>
              </a:spcBef>
              <a:spcAft>
                <a:spcPts val="0"/>
              </a:spcAft>
              <a:buClr>
                <a:schemeClr val="dk1"/>
              </a:buClr>
              <a:buSzPts val="1000"/>
              <a:buFont typeface="Urbanist"/>
              <a:buChar char="■"/>
              <a:defRPr sz="1000">
                <a:solidFill>
                  <a:schemeClr val="dk1"/>
                </a:solidFill>
              </a:defRPr>
            </a:lvl3pPr>
            <a:lvl4pPr indent="-292100" lvl="3" marL="1828800">
              <a:spcBef>
                <a:spcPts val="0"/>
              </a:spcBef>
              <a:spcAft>
                <a:spcPts val="0"/>
              </a:spcAft>
              <a:buClr>
                <a:schemeClr val="dk1"/>
              </a:buClr>
              <a:buSzPts val="1000"/>
              <a:buFont typeface="Urbanist"/>
              <a:buChar char="●"/>
              <a:defRPr sz="1000">
                <a:solidFill>
                  <a:schemeClr val="dk1"/>
                </a:solidFill>
              </a:defRPr>
            </a:lvl4pPr>
            <a:lvl5pPr indent="-292100" lvl="4" marL="2286000">
              <a:spcBef>
                <a:spcPts val="0"/>
              </a:spcBef>
              <a:spcAft>
                <a:spcPts val="0"/>
              </a:spcAft>
              <a:buClr>
                <a:schemeClr val="dk1"/>
              </a:buClr>
              <a:buSzPts val="1000"/>
              <a:buFont typeface="Urbanist"/>
              <a:buChar char="○"/>
              <a:defRPr sz="1000">
                <a:solidFill>
                  <a:schemeClr val="dk1"/>
                </a:solidFill>
              </a:defRPr>
            </a:lvl5pPr>
            <a:lvl6pPr indent="-292100" lvl="5" marL="2743200">
              <a:spcBef>
                <a:spcPts val="0"/>
              </a:spcBef>
              <a:spcAft>
                <a:spcPts val="0"/>
              </a:spcAft>
              <a:buClr>
                <a:schemeClr val="dk1"/>
              </a:buClr>
              <a:buSzPts val="1000"/>
              <a:buFont typeface="Urbanist"/>
              <a:buChar char="■"/>
              <a:defRPr sz="1000">
                <a:solidFill>
                  <a:schemeClr val="dk1"/>
                </a:solidFill>
              </a:defRPr>
            </a:lvl6pPr>
            <a:lvl7pPr indent="-292100" lvl="6" marL="3200400">
              <a:spcBef>
                <a:spcPts val="0"/>
              </a:spcBef>
              <a:spcAft>
                <a:spcPts val="0"/>
              </a:spcAft>
              <a:buClr>
                <a:schemeClr val="dk1"/>
              </a:buClr>
              <a:buSzPts val="1000"/>
              <a:buFont typeface="Urbanist"/>
              <a:buChar char="●"/>
              <a:defRPr sz="1000">
                <a:solidFill>
                  <a:schemeClr val="dk1"/>
                </a:solidFill>
              </a:defRPr>
            </a:lvl7pPr>
            <a:lvl8pPr indent="-292100" lvl="7" marL="3657600">
              <a:spcBef>
                <a:spcPts val="0"/>
              </a:spcBef>
              <a:spcAft>
                <a:spcPts val="0"/>
              </a:spcAft>
              <a:buClr>
                <a:schemeClr val="dk1"/>
              </a:buClr>
              <a:buSzPts val="1000"/>
              <a:buFont typeface="Urbanist"/>
              <a:buChar char="○"/>
              <a:defRPr sz="1000">
                <a:solidFill>
                  <a:schemeClr val="dk1"/>
                </a:solidFill>
              </a:defRPr>
            </a:lvl8pPr>
            <a:lvl9pPr indent="-292100" lvl="8" marL="4114800">
              <a:spcBef>
                <a:spcPts val="0"/>
              </a:spcBef>
              <a:spcAft>
                <a:spcPts val="0"/>
              </a:spcAft>
              <a:buClr>
                <a:schemeClr val="dk1"/>
              </a:buClr>
              <a:buSzPts val="1000"/>
              <a:buFont typeface="Urbanist"/>
              <a:buChar char="■"/>
              <a:defRPr sz="1000">
                <a:solidFill>
                  <a:schemeClr val="dk1"/>
                </a:solidFill>
              </a:defRPr>
            </a:lvl9pPr>
          </a:lstStyle>
          <a:p/>
        </p:txBody>
      </p:sp>
      <p:sp>
        <p:nvSpPr>
          <p:cNvPr id="270" name="Google Shape;270;p17"/>
          <p:cNvSpPr txBox="1"/>
          <p:nvPr>
            <p:ph idx="7" type="subTitle"/>
          </p:nvPr>
        </p:nvSpPr>
        <p:spPr>
          <a:xfrm>
            <a:off x="2580250" y="1528150"/>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1" name="Google Shape;271;p17"/>
          <p:cNvSpPr txBox="1"/>
          <p:nvPr>
            <p:ph idx="8" type="body"/>
          </p:nvPr>
        </p:nvSpPr>
        <p:spPr>
          <a:xfrm>
            <a:off x="2580250" y="1791652"/>
            <a:ext cx="2911500" cy="610500"/>
          </a:xfrm>
          <a:prstGeom prst="rect">
            <a:avLst/>
          </a:prstGeom>
        </p:spPr>
        <p:txBody>
          <a:bodyPr anchor="t" anchorCtr="0" bIns="0" lIns="0" numCol="1" rIns="0" spcFirstLastPara="1" tIns="0" wrap="square">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cxnSp>
        <p:nvCxnSpPr>
          <p:cNvPr id="272" name="Google Shape;272;p17"/>
          <p:cNvCxnSpPr/>
          <p:nvPr/>
        </p:nvCxnSpPr>
        <p:spPr>
          <a:xfrm>
            <a:off x="2423700" y="2531312"/>
            <a:ext cx="3194400" cy="0"/>
          </a:xfrm>
          <a:prstGeom prst="straightConnector1">
            <a:avLst/>
          </a:prstGeom>
          <a:noFill/>
          <a:ln cap="flat" cmpd="sng" w="9525">
            <a:solidFill>
              <a:schemeClr val="dk1"/>
            </a:solidFill>
            <a:prstDash val="solid"/>
            <a:round/>
            <a:headEnd len="med" type="none" w="med"/>
            <a:tailEnd len="med" type="none" w="med"/>
          </a:ln>
        </p:spPr>
      </p:cxnSp>
      <p:cxnSp>
        <p:nvCxnSpPr>
          <p:cNvPr id="273" name="Google Shape;273;p17"/>
          <p:cNvCxnSpPr/>
          <p:nvPr/>
        </p:nvCxnSpPr>
        <p:spPr>
          <a:xfrm>
            <a:off x="2423700" y="3583537"/>
            <a:ext cx="3194400" cy="0"/>
          </a:xfrm>
          <a:prstGeom prst="straightConnector1">
            <a:avLst/>
          </a:prstGeom>
          <a:noFill/>
          <a:ln cap="flat" cmpd="sng" w="9525">
            <a:solidFill>
              <a:schemeClr val="dk1"/>
            </a:solidFill>
            <a:prstDash val="solid"/>
            <a:round/>
            <a:headEnd len="med" type="none" w="med"/>
            <a:tailEnd len="med" type="none" w="med"/>
          </a:ln>
        </p:spPr>
      </p:cxnSp>
      <p:sp>
        <p:nvSpPr>
          <p:cNvPr id="274" name="Google Shape;274;p17"/>
          <p:cNvSpPr txBox="1"/>
          <p:nvPr>
            <p:ph idx="9" type="subTitle"/>
          </p:nvPr>
        </p:nvSpPr>
        <p:spPr>
          <a:xfrm>
            <a:off x="2580250" y="2660457"/>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75" name="Google Shape;275;p17"/>
          <p:cNvSpPr txBox="1"/>
          <p:nvPr>
            <p:ph idx="13" type="body"/>
          </p:nvPr>
        </p:nvSpPr>
        <p:spPr>
          <a:xfrm>
            <a:off x="2580250" y="2931046"/>
            <a:ext cx="2911500" cy="610500"/>
          </a:xfrm>
          <a:prstGeom prst="rect">
            <a:avLst/>
          </a:prstGeom>
        </p:spPr>
        <p:txBody>
          <a:bodyPr anchor="t" anchorCtr="0" bIns="0" lIns="0" numCol="1" rIns="0"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76" name="Google Shape;276;p17"/>
          <p:cNvSpPr/>
          <p:nvPr/>
        </p:nvSpPr>
        <p:spPr>
          <a:xfrm flipH="1">
            <a:off x="2600988" y="3992942"/>
            <a:ext cx="681000" cy="273600"/>
          </a:xfrm>
          <a:prstGeom prst="roundRect">
            <a:avLst>
              <a:gd fmla="val 50000" name="adj"/>
            </a:avLst>
          </a:prstGeom>
          <a:solidFill>
            <a:schemeClr val="accent3"/>
          </a:solidFill>
          <a:ln>
            <a:noFill/>
          </a:ln>
        </p:spPr>
        <p:txBody>
          <a:bodyPr anchor="ctr" anchorCtr="0" bIns="91425" lIns="91425" numCol="1" rIns="91425" spcFirstLastPara="1" tIns="91425" wrap="square">
            <a:noAutofit/>
          </a:bodyPr>
          <a:lstStyle/>
          <a:p>
            <a:pPr algn="ctr" indent="0" lvl="0" marL="0" rtl="0">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7" name="Google Shape;277;p17"/>
          <p:cNvSpPr/>
          <p:nvPr/>
        </p:nvSpPr>
        <p:spPr>
          <a:xfrm flipH="1">
            <a:off x="3654625" y="3992942"/>
            <a:ext cx="681000" cy="273600"/>
          </a:xfrm>
          <a:prstGeom prst="roundRect">
            <a:avLst>
              <a:gd fmla="val 50000" name="adj"/>
            </a:avLst>
          </a:prstGeom>
          <a:solidFill>
            <a:schemeClr val="accent3"/>
          </a:solidFill>
          <a:ln>
            <a:noFill/>
          </a:ln>
        </p:spPr>
        <p:txBody>
          <a:bodyPr anchor="ctr" anchorCtr="0" bIns="91425" lIns="91425" numCol="1" rIns="91425" spcFirstLastPara="1" tIns="91425" wrap="square">
            <a:noAutofit/>
          </a:bodyPr>
          <a:lstStyle/>
          <a:p>
            <a:pPr algn="ctr" indent="0" lvl="0" marL="0" rtl="0">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8" name="Google Shape;278;p17"/>
          <p:cNvSpPr/>
          <p:nvPr/>
        </p:nvSpPr>
        <p:spPr>
          <a:xfrm flipH="1">
            <a:off x="4602650" y="3992942"/>
            <a:ext cx="681000" cy="273600"/>
          </a:xfrm>
          <a:prstGeom prst="roundRect">
            <a:avLst>
              <a:gd fmla="val 50000" name="adj"/>
            </a:avLst>
          </a:prstGeom>
          <a:solidFill>
            <a:schemeClr val="accent3"/>
          </a:solidFill>
          <a:ln>
            <a:noFill/>
          </a:ln>
        </p:spPr>
        <p:txBody>
          <a:bodyPr anchor="ctr" anchorCtr="0" bIns="91425" lIns="91425" numCol="1" rIns="91425" spcFirstLastPara="1" tIns="91425" wrap="square">
            <a:noAutofit/>
          </a:bodyPr>
          <a:lstStyle/>
          <a:p>
            <a:pPr algn="ctr" indent="0" lvl="0" marL="0" rtl="0">
              <a:spcBef>
                <a:spcPts val="0"/>
              </a:spcBef>
              <a:spcAft>
                <a:spcPts val="0"/>
              </a:spcAft>
              <a:buClr>
                <a:schemeClr val="dk1"/>
              </a:buClr>
              <a:buSzPts val="1100"/>
              <a:buNone/>
            </a:pPr>
            <a:r>
              <a:t/>
            </a:r>
            <a:endParaRPr b="1" sz="800">
              <a:solidFill>
                <a:schemeClr val="dk1"/>
              </a:solidFill>
              <a:latin typeface="Urbanist"/>
              <a:ea typeface="Urbanist"/>
              <a:cs typeface="Urbanist"/>
              <a:sym typeface="Urbanist"/>
            </a:endParaRPr>
          </a:p>
        </p:txBody>
      </p:sp>
      <p:sp>
        <p:nvSpPr>
          <p:cNvPr id="279" name="Google Shape;279;p17"/>
          <p:cNvSpPr txBox="1"/>
          <p:nvPr>
            <p:ph idx="14" type="subTitle"/>
          </p:nvPr>
        </p:nvSpPr>
        <p:spPr>
          <a:xfrm>
            <a:off x="2567250" y="3671882"/>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p:txBody>
      </p:sp>
      <p:sp>
        <p:nvSpPr>
          <p:cNvPr id="280" name="Google Shape;280;p17"/>
          <p:cNvSpPr txBox="1"/>
          <p:nvPr>
            <p:ph idx="15" type="subTitle"/>
          </p:nvPr>
        </p:nvSpPr>
        <p:spPr>
          <a:xfrm>
            <a:off x="5877425" y="1528157"/>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1" name="Google Shape;281;p17"/>
          <p:cNvSpPr txBox="1"/>
          <p:nvPr>
            <p:ph idx="16" type="subTitle"/>
          </p:nvPr>
        </p:nvSpPr>
        <p:spPr>
          <a:xfrm>
            <a:off x="5877425" y="1781107"/>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2" name="Google Shape;282;p17"/>
          <p:cNvSpPr txBox="1"/>
          <p:nvPr>
            <p:ph idx="17" type="subTitle"/>
          </p:nvPr>
        </p:nvSpPr>
        <p:spPr>
          <a:xfrm>
            <a:off x="5877425" y="2219182"/>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3" name="Google Shape;283;p17"/>
          <p:cNvSpPr txBox="1"/>
          <p:nvPr>
            <p:ph idx="18" type="subTitle"/>
          </p:nvPr>
        </p:nvSpPr>
        <p:spPr>
          <a:xfrm>
            <a:off x="5877425" y="2657257"/>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accent3"/>
              </a:buClr>
              <a:buSzPts val="800"/>
              <a:buFont typeface="Urbanist"/>
              <a:buNone/>
              <a:defRPr b="1" sz="800">
                <a:solidFill>
                  <a:schemeClr val="accent3"/>
                </a:solidFill>
              </a:defRPr>
            </a:lvl1pPr>
            <a:lvl2pPr lvl="1">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b="1" sz="1200">
                <a:solidFill>
                  <a:schemeClr val="accent3"/>
                </a:solidFill>
                <a:latin typeface="Urbanist"/>
                <a:ea typeface="Urbanist"/>
                <a:cs typeface="Urbanist"/>
                <a:sym typeface="Urbanist"/>
              </a:defRPr>
            </a:lvl9pPr>
          </a:lstStyle>
          <a:p/>
        </p:txBody>
      </p:sp>
      <p:sp>
        <p:nvSpPr>
          <p:cNvPr id="284" name="Google Shape;284;p17"/>
          <p:cNvSpPr txBox="1"/>
          <p:nvPr>
            <p:ph idx="19" type="subTitle"/>
          </p:nvPr>
        </p:nvSpPr>
        <p:spPr>
          <a:xfrm>
            <a:off x="5877425" y="3354932"/>
            <a:ext cx="2911500" cy="228600"/>
          </a:xfrm>
          <a:prstGeom prst="rect">
            <a:avLst/>
          </a:prstGeom>
        </p:spPr>
        <p:txBody>
          <a:bodyPr anchor="t" anchorCtr="0" bIns="0" lIns="0" numCol="1" rIns="0" spcFirstLastPara="1" tIns="0" wrap="square">
            <a:noAutofit/>
          </a:bodyPr>
          <a:lstStyle>
            <a:lvl1pPr lvl="0">
              <a:spcBef>
                <a:spcPts val="0"/>
              </a:spcBef>
              <a:spcAft>
                <a:spcPts val="0"/>
              </a:spcAft>
              <a:buClr>
                <a:schemeClr val="lt1"/>
              </a:buClr>
              <a:buSzPts val="1000"/>
              <a:buFont typeface="Urbanist"/>
              <a:buNone/>
              <a:defRPr b="1" sz="1000"/>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p:txBody>
      </p:sp>
      <p:sp>
        <p:nvSpPr>
          <p:cNvPr id="285" name="Google Shape;285;p17"/>
          <p:cNvSpPr txBox="1"/>
          <p:nvPr>
            <p:ph idx="20" type="subTitle"/>
          </p:nvPr>
        </p:nvSpPr>
        <p:spPr>
          <a:xfrm>
            <a:off x="228600" y="228600"/>
            <a:ext cx="2920800" cy="228600"/>
          </a:xfrm>
          <a:prstGeom prst="rect">
            <a:avLst/>
          </a:prstGeom>
        </p:spPr>
        <p:txBody>
          <a:bodyPr anchor="t" anchorCtr="0" bIns="0" lIns="0" numCol="1" rIns="0" spcFirstLastPara="1" tIns="0" wrap="square">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p:txBody>
      </p:sp>
      <p:sp>
        <p:nvSpPr>
          <p:cNvPr id="286" name="Google Shape;286;p17"/>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287" name="Google Shape;287;p17"/>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lestones">
  <p:cSld name="CUSTOM_4">
    <p:spTree>
      <p:nvGrpSpPr>
        <p:cNvPr id="288" name="Shape 288"/>
        <p:cNvGrpSpPr/>
        <p:nvPr/>
      </p:nvGrpSpPr>
      <p:grpSpPr>
        <a:xfrm>
          <a:off x="0" y="0"/>
          <a:ext cx="0" cy="0"/>
          <a:chOff x="0" y="0"/>
          <a:chExt cx="0" cy="0"/>
        </a:xfrm>
      </p:grpSpPr>
      <p:sp>
        <p:nvSpPr>
          <p:cNvPr id="289" name="Google Shape;289;p18"/>
          <p:cNvSpPr txBox="1"/>
          <p:nvPr>
            <p:ph idx="1" type="body"/>
          </p:nvPr>
        </p:nvSpPr>
        <p:spPr>
          <a:xfrm>
            <a:off x="2054000" y="2952175"/>
            <a:ext cx="1377600" cy="937800"/>
          </a:xfrm>
          <a:prstGeom prst="rect">
            <a:avLst/>
          </a:prstGeom>
        </p:spPr>
        <p:txBody>
          <a:bodyPr anchor="t" anchorCtr="0" bIns="0" lIns="0" numCol="1" rIns="0" spcFirstLastPara="1" tIns="0" wrap="square">
            <a:sp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
        <p:nvSpPr>
          <p:cNvPr id="290" name="Google Shape;290;p18"/>
          <p:cNvSpPr txBox="1"/>
          <p:nvPr>
            <p:ph idx="2" type="body"/>
          </p:nvPr>
        </p:nvSpPr>
        <p:spPr>
          <a:xfrm>
            <a:off x="246150" y="2952175"/>
            <a:ext cx="1458000" cy="812100"/>
          </a:xfrm>
          <a:prstGeom prst="rect">
            <a:avLst/>
          </a:prstGeom>
        </p:spPr>
        <p:txBody>
          <a:bodyPr anchor="t" anchorCtr="0" bIns="0" lIns="0" numCol="1" rIns="0"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1" name="Google Shape;291;p18"/>
          <p:cNvSpPr txBox="1"/>
          <p:nvPr>
            <p:ph idx="3" type="subTitle"/>
          </p:nvPr>
        </p:nvSpPr>
        <p:spPr>
          <a:xfrm>
            <a:off x="3829950" y="2667925"/>
            <a:ext cx="1339800" cy="1443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292" name="Google Shape;292;p18"/>
          <p:cNvSpPr txBox="1"/>
          <p:nvPr>
            <p:ph idx="4" type="body"/>
          </p:nvPr>
        </p:nvSpPr>
        <p:spPr>
          <a:xfrm>
            <a:off x="3848250" y="2952163"/>
            <a:ext cx="1458000" cy="812100"/>
          </a:xfrm>
          <a:prstGeom prst="rect">
            <a:avLst/>
          </a:prstGeom>
        </p:spPr>
        <p:txBody>
          <a:bodyPr anchor="t" anchorCtr="0" bIns="0" lIns="0" numCol="1" rIns="0"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3" name="Google Shape;293;p18"/>
          <p:cNvSpPr txBox="1"/>
          <p:nvPr>
            <p:ph idx="5" type="subTitle"/>
          </p:nvPr>
        </p:nvSpPr>
        <p:spPr>
          <a:xfrm>
            <a:off x="2077400" y="4218350"/>
            <a:ext cx="1377600" cy="144300"/>
          </a:xfrm>
          <a:prstGeom prst="rect">
            <a:avLst/>
          </a:prstGeom>
        </p:spPr>
        <p:txBody>
          <a:bodyPr anchor="t" anchorCtr="0" bIns="91425" lIns="91425" numCol="1" rIns="91425" spcFirstLastPara="1" tIns="91425" wrap="square">
            <a:noAutofit/>
          </a:bodyPr>
          <a:lstStyle>
            <a:lvl1pPr algn="ctr" lvl="0">
              <a:spcBef>
                <a:spcPts val="0"/>
              </a:spcBef>
              <a:spcAft>
                <a:spcPts val="0"/>
              </a:spcAft>
              <a:buClr>
                <a:schemeClr val="accent3"/>
              </a:buClr>
              <a:buSzPts val="1000"/>
              <a:buFont typeface="Urbanist"/>
              <a:buNone/>
              <a:defRPr sz="1000">
                <a:solidFill>
                  <a:schemeClr val="accent3"/>
                </a:solidFill>
              </a:defRPr>
            </a:lvl1pPr>
            <a:lvl2pPr algn="ctr" lvl="1">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algn="ctr" lvl="2">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algn="ctr" lvl="3">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algn="ctr" lvl="4">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algn="ctr" lvl="5">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algn="ctr" lvl="6">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algn="ctr" lvl="7">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algn="ctr" lvl="8">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294" name="Google Shape;294;p18"/>
          <p:cNvSpPr txBox="1"/>
          <p:nvPr>
            <p:ph idx="6" type="body"/>
          </p:nvPr>
        </p:nvSpPr>
        <p:spPr>
          <a:xfrm>
            <a:off x="5634175" y="2952175"/>
            <a:ext cx="1458000" cy="812100"/>
          </a:xfrm>
          <a:prstGeom prst="rect">
            <a:avLst/>
          </a:prstGeom>
        </p:spPr>
        <p:txBody>
          <a:bodyPr anchor="t" anchorCtr="0" bIns="0" lIns="0" numCol="1" rIns="0"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295" name="Google Shape;295;p18"/>
          <p:cNvSpPr txBox="1"/>
          <p:nvPr>
            <p:ph idx="7"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6" name="Google Shape;296;p18"/>
          <p:cNvSpPr txBox="1"/>
          <p:nvPr>
            <p:ph idx="8"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297" name="Google Shape;297;p18"/>
          <p:cNvSpPr txBox="1"/>
          <p:nvPr>
            <p:ph idx="9"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298" name="Google Shape;298;p18"/>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299" name="Google Shape;299;p18"/>
          <p:cNvSpPr txBox="1"/>
          <p:nvPr>
            <p:ph type="title"/>
          </p:nvPr>
        </p:nvSpPr>
        <p:spPr>
          <a:xfrm>
            <a:off x="228600" y="613525"/>
            <a:ext cx="6841500" cy="753000"/>
          </a:xfrm>
          <a:prstGeom prst="rect">
            <a:avLst/>
          </a:prstGeom>
        </p:spPr>
        <p:txBody>
          <a:bodyPr anchor="t" anchorCtr="0" bIns="91425" lIns="0" numCol="1" rIns="91425" spcFirstLastPara="1" tIns="0" wrap="square">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p:txBody>
      </p:sp>
      <p:sp>
        <p:nvSpPr>
          <p:cNvPr id="300" name="Google Shape;300;p18"/>
          <p:cNvSpPr txBox="1"/>
          <p:nvPr>
            <p:ph idx="13" type="subTitle"/>
          </p:nvPr>
        </p:nvSpPr>
        <p:spPr>
          <a:xfrm>
            <a:off x="277500" y="4218350"/>
            <a:ext cx="1377600" cy="144300"/>
          </a:xfrm>
          <a:prstGeom prst="rect">
            <a:avLst/>
          </a:prstGeom>
        </p:spPr>
        <p:txBody>
          <a:bodyPr anchor="t" anchorCtr="0" bIns="91425" lIns="91425" numCol="1" rIns="91425" spcFirstLastPara="1" tIns="91425" wrap="square">
            <a:noAutofit/>
          </a:bodyPr>
          <a:lstStyle>
            <a:lvl1pPr algn="ctr" lvl="0">
              <a:spcBef>
                <a:spcPts val="0"/>
              </a:spcBef>
              <a:spcAft>
                <a:spcPts val="0"/>
              </a:spcAft>
              <a:buClr>
                <a:schemeClr val="dk1"/>
              </a:buClr>
              <a:buSzPts val="1000"/>
              <a:buFont typeface="Urbanist"/>
              <a:buNone/>
              <a:defRPr sz="1000">
                <a:solidFill>
                  <a:schemeClr val="dk1"/>
                </a:solidFill>
              </a:defRPr>
            </a:lvl1pPr>
            <a:lvl2pPr algn="ctr" lvl="1">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algn="ctr" lvl="2">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algn="ctr" lvl="3">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algn="ctr" lvl="4">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algn="ctr" lvl="5">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algn="ctr" lvl="6">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algn="ctr" lvl="7">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algn="ctr" lvl="8">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1" name="Google Shape;301;p18"/>
          <p:cNvSpPr txBox="1"/>
          <p:nvPr>
            <p:ph idx="14" type="subTitle"/>
          </p:nvPr>
        </p:nvSpPr>
        <p:spPr>
          <a:xfrm>
            <a:off x="3877300" y="4218350"/>
            <a:ext cx="1377600" cy="144300"/>
          </a:xfrm>
          <a:prstGeom prst="rect">
            <a:avLst/>
          </a:prstGeom>
        </p:spPr>
        <p:txBody>
          <a:bodyPr anchor="t" anchorCtr="0" bIns="91425" lIns="91425" numCol="1" rIns="91425" spcFirstLastPara="1" tIns="91425" wrap="square">
            <a:noAutofit/>
          </a:bodyPr>
          <a:lstStyle>
            <a:lvl1pPr algn="ctr" lvl="0">
              <a:spcBef>
                <a:spcPts val="0"/>
              </a:spcBef>
              <a:spcAft>
                <a:spcPts val="0"/>
              </a:spcAft>
              <a:buClr>
                <a:schemeClr val="accent3"/>
              </a:buClr>
              <a:buSzPts val="1000"/>
              <a:buFont typeface="Urbanist"/>
              <a:buNone/>
              <a:defRPr sz="1000">
                <a:solidFill>
                  <a:schemeClr val="accent3"/>
                </a:solidFill>
              </a:defRPr>
            </a:lvl1pPr>
            <a:lvl2pPr algn="ctr" lvl="1">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algn="ctr" lvl="2">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algn="ctr" lvl="3">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algn="ctr" lvl="4">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algn="ctr" lvl="5">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algn="ctr" lvl="6">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algn="ctr" lvl="7">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algn="ctr" lvl="8">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p:txBody>
      </p:sp>
      <p:sp>
        <p:nvSpPr>
          <p:cNvPr id="302" name="Google Shape;302;p18"/>
          <p:cNvSpPr txBox="1"/>
          <p:nvPr>
            <p:ph idx="15" type="subTitle"/>
          </p:nvPr>
        </p:nvSpPr>
        <p:spPr>
          <a:xfrm>
            <a:off x="5677200" y="4218350"/>
            <a:ext cx="1377600" cy="144300"/>
          </a:xfrm>
          <a:prstGeom prst="rect">
            <a:avLst/>
          </a:prstGeom>
        </p:spPr>
        <p:txBody>
          <a:bodyPr anchor="t" anchorCtr="0" bIns="91425" lIns="91425" numCol="1" rIns="91425" spcFirstLastPara="1" tIns="91425" wrap="square">
            <a:noAutofit/>
          </a:bodyPr>
          <a:lstStyle>
            <a:lvl1pPr algn="ctr" lvl="0">
              <a:spcBef>
                <a:spcPts val="0"/>
              </a:spcBef>
              <a:spcAft>
                <a:spcPts val="0"/>
              </a:spcAft>
              <a:buClr>
                <a:schemeClr val="accent3"/>
              </a:buClr>
              <a:buSzPts val="1000"/>
              <a:buFont typeface="Urbanist"/>
              <a:buNone/>
              <a:defRPr sz="1000">
                <a:solidFill>
                  <a:schemeClr val="accent3"/>
                </a:solidFill>
              </a:defRPr>
            </a:lvl1pPr>
            <a:lvl2pPr algn="ctr" lvl="1">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algn="ctr" lvl="2">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algn="ctr" lvl="3">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algn="ctr" lvl="4">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algn="ctr" lvl="5">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algn="ctr" lvl="6">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algn="ctr" lvl="7">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algn="ctr" lvl="8">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3" name="Google Shape;303;p18"/>
          <p:cNvSpPr txBox="1"/>
          <p:nvPr>
            <p:ph idx="16" type="subTitle"/>
          </p:nvPr>
        </p:nvSpPr>
        <p:spPr>
          <a:xfrm>
            <a:off x="7477100" y="4218350"/>
            <a:ext cx="1377600" cy="144300"/>
          </a:xfrm>
          <a:prstGeom prst="rect">
            <a:avLst/>
          </a:prstGeom>
        </p:spPr>
        <p:txBody>
          <a:bodyPr anchor="t" anchorCtr="0" bIns="91425" lIns="91425" numCol="1" rIns="91425" spcFirstLastPara="1" tIns="91425" wrap="square">
            <a:noAutofit/>
          </a:bodyPr>
          <a:lstStyle>
            <a:lvl1pPr algn="ctr" lvl="0">
              <a:spcBef>
                <a:spcPts val="0"/>
              </a:spcBef>
              <a:spcAft>
                <a:spcPts val="0"/>
              </a:spcAft>
              <a:buClr>
                <a:schemeClr val="accent3"/>
              </a:buClr>
              <a:buSzPts val="1000"/>
              <a:buFont typeface="Urbanist"/>
              <a:buNone/>
              <a:defRPr sz="1000">
                <a:solidFill>
                  <a:schemeClr val="accent3"/>
                </a:solidFill>
              </a:defRPr>
            </a:lvl1pPr>
            <a:lvl2pPr algn="ctr" lvl="1">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algn="ctr" lvl="2">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algn="ctr" lvl="3">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algn="ctr" lvl="4">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algn="ctr" lvl="5">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algn="ctr" lvl="6">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algn="ctr" lvl="7">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algn="ctr" lvl="8">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p:txBody>
      </p:sp>
      <p:sp>
        <p:nvSpPr>
          <p:cNvPr id="304" name="Google Shape;304;p18"/>
          <p:cNvSpPr txBox="1"/>
          <p:nvPr>
            <p:ph idx="17" type="subTitle"/>
          </p:nvPr>
        </p:nvSpPr>
        <p:spPr>
          <a:xfrm>
            <a:off x="238800" y="2667925"/>
            <a:ext cx="1339800" cy="144300"/>
          </a:xfrm>
          <a:prstGeom prst="rect">
            <a:avLst/>
          </a:prstGeom>
        </p:spPr>
        <p:txBody>
          <a:bodyPr anchor="t" anchorCtr="0" bIns="91425" lIns="0" numCol="1" rIns="91425" spcFirstLastPara="1" tIns="0" wrap="square">
            <a:noAutofit/>
          </a:bodyPr>
          <a:lstStyle>
            <a:lvl1pPr lvl="0">
              <a:spcBef>
                <a:spcPts val="0"/>
              </a:spcBef>
              <a:spcAft>
                <a:spcPts val="0"/>
              </a:spcAft>
              <a:buClr>
                <a:schemeClr val="accent3"/>
              </a:buClr>
              <a:buSzPts val="1200"/>
              <a:buFont typeface="Urbanist"/>
              <a:buNone/>
              <a:defRPr b="1" sz="1200">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5" name="Google Shape;305;p18"/>
          <p:cNvSpPr txBox="1"/>
          <p:nvPr>
            <p:ph idx="18" type="subTitle"/>
          </p:nvPr>
        </p:nvSpPr>
        <p:spPr>
          <a:xfrm>
            <a:off x="2034375" y="2667925"/>
            <a:ext cx="1339800" cy="1443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6" name="Google Shape;306;p18"/>
          <p:cNvSpPr txBox="1"/>
          <p:nvPr>
            <p:ph idx="19" type="subTitle"/>
          </p:nvPr>
        </p:nvSpPr>
        <p:spPr>
          <a:xfrm>
            <a:off x="5645375" y="2667925"/>
            <a:ext cx="1339800" cy="1443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7" name="Google Shape;307;p18"/>
          <p:cNvSpPr txBox="1"/>
          <p:nvPr>
            <p:ph idx="20" type="subTitle"/>
          </p:nvPr>
        </p:nvSpPr>
        <p:spPr>
          <a:xfrm>
            <a:off x="7460789" y="2667925"/>
            <a:ext cx="1339800" cy="1443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p:txBody>
      </p:sp>
      <p:sp>
        <p:nvSpPr>
          <p:cNvPr id="308" name="Google Shape;308;p18"/>
          <p:cNvSpPr txBox="1"/>
          <p:nvPr>
            <p:ph idx="21" type="subTitle"/>
          </p:nvPr>
        </p:nvSpPr>
        <p:spPr>
          <a:xfrm>
            <a:off x="372900" y="2029450"/>
            <a:ext cx="314100" cy="338700"/>
          </a:xfrm>
          <a:prstGeom prst="rect">
            <a:avLst/>
          </a:prstGeom>
        </p:spPr>
        <p:txBody>
          <a:bodyPr anchor="t" anchorCtr="0" bIns="0" lIns="0" numCol="1" rIns="0" spcFirstLastPara="1" tIns="0" wrap="square">
            <a:noAutofit/>
          </a:bodyPr>
          <a:lstStyle>
            <a:lvl1pPr algn="ctr" lvl="0">
              <a:spcBef>
                <a:spcPts val="0"/>
              </a:spcBef>
              <a:spcAft>
                <a:spcPts val="0"/>
              </a:spcAft>
              <a:buClr>
                <a:schemeClr val="dk1"/>
              </a:buClr>
              <a:buSzPts val="1600"/>
              <a:buFont typeface="Urbanist"/>
              <a:buNone/>
              <a:defRPr b="1">
                <a:solidFill>
                  <a:schemeClr val="dk1"/>
                </a:solidFill>
              </a:defRPr>
            </a:lvl1pPr>
            <a:lvl2pPr algn="ctr" lvl="1">
              <a:spcBef>
                <a:spcPts val="0"/>
              </a:spcBef>
              <a:spcAft>
                <a:spcPts val="0"/>
              </a:spcAft>
              <a:buSzPts val="1600"/>
              <a:buNone/>
              <a:defRPr sz="1600"/>
            </a:lvl2pPr>
            <a:lvl3pPr algn="ctr" lvl="2">
              <a:spcBef>
                <a:spcPts val="0"/>
              </a:spcBef>
              <a:spcAft>
                <a:spcPts val="0"/>
              </a:spcAft>
              <a:buSzPts val="1600"/>
              <a:buNone/>
              <a:defRPr sz="1600"/>
            </a:lvl3pPr>
            <a:lvl4pPr algn="ctr" lvl="3">
              <a:spcBef>
                <a:spcPts val="0"/>
              </a:spcBef>
              <a:spcAft>
                <a:spcPts val="0"/>
              </a:spcAft>
              <a:buSzPts val="1600"/>
              <a:buNone/>
              <a:defRPr sz="1600"/>
            </a:lvl4pPr>
            <a:lvl5pPr algn="ctr" lvl="4">
              <a:spcBef>
                <a:spcPts val="0"/>
              </a:spcBef>
              <a:spcAft>
                <a:spcPts val="0"/>
              </a:spcAft>
              <a:buSzPts val="1600"/>
              <a:buNone/>
              <a:defRPr sz="1600"/>
            </a:lvl5pPr>
            <a:lvl6pPr algn="ctr" lvl="5">
              <a:spcBef>
                <a:spcPts val="0"/>
              </a:spcBef>
              <a:spcAft>
                <a:spcPts val="0"/>
              </a:spcAft>
              <a:buSzPts val="1600"/>
              <a:buNone/>
              <a:defRPr sz="1600"/>
            </a:lvl6pPr>
            <a:lvl7pPr algn="ctr" lvl="6">
              <a:spcBef>
                <a:spcPts val="0"/>
              </a:spcBef>
              <a:spcAft>
                <a:spcPts val="0"/>
              </a:spcAft>
              <a:buSzPts val="1600"/>
              <a:buNone/>
              <a:defRPr sz="1600"/>
            </a:lvl7pPr>
            <a:lvl8pPr algn="ctr" lvl="7">
              <a:spcBef>
                <a:spcPts val="0"/>
              </a:spcBef>
              <a:spcAft>
                <a:spcPts val="0"/>
              </a:spcAft>
              <a:buSzPts val="1600"/>
              <a:buNone/>
              <a:defRPr sz="1600"/>
            </a:lvl8pPr>
            <a:lvl9pPr algn="ctr" lvl="8">
              <a:spcBef>
                <a:spcPts val="0"/>
              </a:spcBef>
              <a:spcAft>
                <a:spcPts val="0"/>
              </a:spcAft>
              <a:buSzPts val="1600"/>
              <a:buNone/>
              <a:defRPr sz="1600"/>
            </a:lvl9pPr>
          </a:lstStyle>
          <a:p/>
        </p:txBody>
      </p:sp>
      <p:sp>
        <p:nvSpPr>
          <p:cNvPr id="309" name="Google Shape;309;p18"/>
          <p:cNvSpPr txBox="1"/>
          <p:nvPr>
            <p:ph idx="22" type="subTitle"/>
          </p:nvPr>
        </p:nvSpPr>
        <p:spPr>
          <a:xfrm>
            <a:off x="2178663" y="2027390"/>
            <a:ext cx="314100" cy="338700"/>
          </a:xfrm>
          <a:prstGeom prst="rect">
            <a:avLst/>
          </a:prstGeom>
        </p:spPr>
        <p:txBody>
          <a:bodyPr anchor="t" anchorCtr="0" bIns="0" lIns="0" numCol="1" rIns="0" spcFirstLastPara="1" tIns="0" wrap="square">
            <a:noAutofit/>
          </a:bodyPr>
          <a:lstStyle>
            <a:lvl1pPr algn="ctr" lvl="0">
              <a:spcBef>
                <a:spcPts val="0"/>
              </a:spcBef>
              <a:spcAft>
                <a:spcPts val="0"/>
              </a:spcAft>
              <a:buClr>
                <a:schemeClr val="accent3"/>
              </a:buClr>
              <a:buSzPts val="1600"/>
              <a:buFont typeface="Urbanist"/>
              <a:buNone/>
              <a:defRPr b="1">
                <a:solidFill>
                  <a:schemeClr val="accent3"/>
                </a:solidFill>
              </a:defRPr>
            </a:lvl1pPr>
            <a:lvl2pPr algn="ctr" lvl="1">
              <a:spcBef>
                <a:spcPts val="0"/>
              </a:spcBef>
              <a:spcAft>
                <a:spcPts val="0"/>
              </a:spcAft>
              <a:buClr>
                <a:schemeClr val="accent3"/>
              </a:buClr>
              <a:buSzPts val="1600"/>
              <a:buNone/>
              <a:defRPr b="1" sz="1600">
                <a:solidFill>
                  <a:schemeClr val="accent3"/>
                </a:solidFill>
              </a:defRPr>
            </a:lvl2pPr>
            <a:lvl3pPr algn="ctr" lvl="2">
              <a:spcBef>
                <a:spcPts val="0"/>
              </a:spcBef>
              <a:spcAft>
                <a:spcPts val="0"/>
              </a:spcAft>
              <a:buClr>
                <a:schemeClr val="accent3"/>
              </a:buClr>
              <a:buSzPts val="1600"/>
              <a:buNone/>
              <a:defRPr b="1" sz="1600">
                <a:solidFill>
                  <a:schemeClr val="accent3"/>
                </a:solidFill>
              </a:defRPr>
            </a:lvl3pPr>
            <a:lvl4pPr algn="ctr" lvl="3">
              <a:spcBef>
                <a:spcPts val="0"/>
              </a:spcBef>
              <a:spcAft>
                <a:spcPts val="0"/>
              </a:spcAft>
              <a:buClr>
                <a:schemeClr val="accent3"/>
              </a:buClr>
              <a:buSzPts val="1600"/>
              <a:buNone/>
              <a:defRPr b="1" sz="1600">
                <a:solidFill>
                  <a:schemeClr val="accent3"/>
                </a:solidFill>
              </a:defRPr>
            </a:lvl4pPr>
            <a:lvl5pPr algn="ctr" lvl="4">
              <a:spcBef>
                <a:spcPts val="0"/>
              </a:spcBef>
              <a:spcAft>
                <a:spcPts val="0"/>
              </a:spcAft>
              <a:buClr>
                <a:schemeClr val="accent3"/>
              </a:buClr>
              <a:buSzPts val="1600"/>
              <a:buNone/>
              <a:defRPr b="1" sz="1600">
                <a:solidFill>
                  <a:schemeClr val="accent3"/>
                </a:solidFill>
              </a:defRPr>
            </a:lvl5pPr>
            <a:lvl6pPr algn="ctr" lvl="5">
              <a:spcBef>
                <a:spcPts val="0"/>
              </a:spcBef>
              <a:spcAft>
                <a:spcPts val="0"/>
              </a:spcAft>
              <a:buClr>
                <a:schemeClr val="accent3"/>
              </a:buClr>
              <a:buSzPts val="1600"/>
              <a:buNone/>
              <a:defRPr b="1" sz="1600">
                <a:solidFill>
                  <a:schemeClr val="accent3"/>
                </a:solidFill>
              </a:defRPr>
            </a:lvl6pPr>
            <a:lvl7pPr algn="ctr" lvl="6">
              <a:spcBef>
                <a:spcPts val="0"/>
              </a:spcBef>
              <a:spcAft>
                <a:spcPts val="0"/>
              </a:spcAft>
              <a:buClr>
                <a:schemeClr val="accent3"/>
              </a:buClr>
              <a:buSzPts val="1600"/>
              <a:buNone/>
              <a:defRPr b="1" sz="1600">
                <a:solidFill>
                  <a:schemeClr val="accent3"/>
                </a:solidFill>
              </a:defRPr>
            </a:lvl7pPr>
            <a:lvl8pPr algn="ctr" lvl="7">
              <a:spcBef>
                <a:spcPts val="0"/>
              </a:spcBef>
              <a:spcAft>
                <a:spcPts val="0"/>
              </a:spcAft>
              <a:buClr>
                <a:schemeClr val="accent3"/>
              </a:buClr>
              <a:buSzPts val="1600"/>
              <a:buNone/>
              <a:defRPr b="1" sz="1600">
                <a:solidFill>
                  <a:schemeClr val="accent3"/>
                </a:solidFill>
              </a:defRPr>
            </a:lvl8pPr>
            <a:lvl9pPr algn="ctr" lvl="8">
              <a:spcBef>
                <a:spcPts val="0"/>
              </a:spcBef>
              <a:spcAft>
                <a:spcPts val="0"/>
              </a:spcAft>
              <a:buClr>
                <a:schemeClr val="accent3"/>
              </a:buClr>
              <a:buSzPts val="1600"/>
              <a:buNone/>
              <a:defRPr b="1" sz="1600">
                <a:solidFill>
                  <a:schemeClr val="accent3"/>
                </a:solidFill>
              </a:defRPr>
            </a:lvl9pPr>
          </a:lstStyle>
          <a:p/>
        </p:txBody>
      </p:sp>
      <p:sp>
        <p:nvSpPr>
          <p:cNvPr id="310" name="Google Shape;310;p18"/>
          <p:cNvSpPr txBox="1"/>
          <p:nvPr>
            <p:ph idx="23" type="subTitle"/>
          </p:nvPr>
        </p:nvSpPr>
        <p:spPr>
          <a:xfrm>
            <a:off x="3974250" y="2027390"/>
            <a:ext cx="314100" cy="338700"/>
          </a:xfrm>
          <a:prstGeom prst="rect">
            <a:avLst/>
          </a:prstGeom>
        </p:spPr>
        <p:txBody>
          <a:bodyPr anchor="t" anchorCtr="0" bIns="0" lIns="0" numCol="1" rIns="0" spcFirstLastPara="1" tIns="0" wrap="square">
            <a:noAutofit/>
          </a:bodyPr>
          <a:lstStyle>
            <a:lvl1pPr algn="ctr" lvl="0">
              <a:spcBef>
                <a:spcPts val="0"/>
              </a:spcBef>
              <a:spcAft>
                <a:spcPts val="0"/>
              </a:spcAft>
              <a:buClr>
                <a:schemeClr val="accent3"/>
              </a:buClr>
              <a:buSzPts val="1600"/>
              <a:buFont typeface="Urbanist"/>
              <a:buNone/>
              <a:defRPr b="1">
                <a:solidFill>
                  <a:schemeClr val="accent3"/>
                </a:solidFill>
              </a:defRPr>
            </a:lvl1pPr>
            <a:lvl2pPr algn="ctr" lvl="1">
              <a:spcBef>
                <a:spcPts val="0"/>
              </a:spcBef>
              <a:spcAft>
                <a:spcPts val="0"/>
              </a:spcAft>
              <a:buClr>
                <a:schemeClr val="accent3"/>
              </a:buClr>
              <a:buSzPts val="1600"/>
              <a:buNone/>
              <a:defRPr b="1" sz="1600">
                <a:solidFill>
                  <a:schemeClr val="accent3"/>
                </a:solidFill>
              </a:defRPr>
            </a:lvl2pPr>
            <a:lvl3pPr algn="ctr" lvl="2">
              <a:spcBef>
                <a:spcPts val="0"/>
              </a:spcBef>
              <a:spcAft>
                <a:spcPts val="0"/>
              </a:spcAft>
              <a:buClr>
                <a:schemeClr val="accent3"/>
              </a:buClr>
              <a:buSzPts val="1600"/>
              <a:buNone/>
              <a:defRPr b="1" sz="1600">
                <a:solidFill>
                  <a:schemeClr val="accent3"/>
                </a:solidFill>
              </a:defRPr>
            </a:lvl3pPr>
            <a:lvl4pPr algn="ctr" lvl="3">
              <a:spcBef>
                <a:spcPts val="0"/>
              </a:spcBef>
              <a:spcAft>
                <a:spcPts val="0"/>
              </a:spcAft>
              <a:buClr>
                <a:schemeClr val="accent3"/>
              </a:buClr>
              <a:buSzPts val="1600"/>
              <a:buNone/>
              <a:defRPr b="1" sz="1600">
                <a:solidFill>
                  <a:schemeClr val="accent3"/>
                </a:solidFill>
              </a:defRPr>
            </a:lvl4pPr>
            <a:lvl5pPr algn="ctr" lvl="4">
              <a:spcBef>
                <a:spcPts val="0"/>
              </a:spcBef>
              <a:spcAft>
                <a:spcPts val="0"/>
              </a:spcAft>
              <a:buClr>
                <a:schemeClr val="accent3"/>
              </a:buClr>
              <a:buSzPts val="1600"/>
              <a:buNone/>
              <a:defRPr b="1" sz="1600">
                <a:solidFill>
                  <a:schemeClr val="accent3"/>
                </a:solidFill>
              </a:defRPr>
            </a:lvl5pPr>
            <a:lvl6pPr algn="ctr" lvl="5">
              <a:spcBef>
                <a:spcPts val="0"/>
              </a:spcBef>
              <a:spcAft>
                <a:spcPts val="0"/>
              </a:spcAft>
              <a:buClr>
                <a:schemeClr val="accent3"/>
              </a:buClr>
              <a:buSzPts val="1600"/>
              <a:buNone/>
              <a:defRPr b="1" sz="1600">
                <a:solidFill>
                  <a:schemeClr val="accent3"/>
                </a:solidFill>
              </a:defRPr>
            </a:lvl6pPr>
            <a:lvl7pPr algn="ctr" lvl="6">
              <a:spcBef>
                <a:spcPts val="0"/>
              </a:spcBef>
              <a:spcAft>
                <a:spcPts val="0"/>
              </a:spcAft>
              <a:buClr>
                <a:schemeClr val="accent3"/>
              </a:buClr>
              <a:buSzPts val="1600"/>
              <a:buNone/>
              <a:defRPr b="1" sz="1600">
                <a:solidFill>
                  <a:schemeClr val="accent3"/>
                </a:solidFill>
              </a:defRPr>
            </a:lvl7pPr>
            <a:lvl8pPr algn="ctr" lvl="7">
              <a:spcBef>
                <a:spcPts val="0"/>
              </a:spcBef>
              <a:spcAft>
                <a:spcPts val="0"/>
              </a:spcAft>
              <a:buClr>
                <a:schemeClr val="accent3"/>
              </a:buClr>
              <a:buSzPts val="1600"/>
              <a:buNone/>
              <a:defRPr b="1" sz="1600">
                <a:solidFill>
                  <a:schemeClr val="accent3"/>
                </a:solidFill>
              </a:defRPr>
            </a:lvl8pPr>
            <a:lvl9pPr algn="ctr" lvl="8">
              <a:spcBef>
                <a:spcPts val="0"/>
              </a:spcBef>
              <a:spcAft>
                <a:spcPts val="0"/>
              </a:spcAft>
              <a:buClr>
                <a:schemeClr val="accent3"/>
              </a:buClr>
              <a:buSzPts val="1600"/>
              <a:buNone/>
              <a:defRPr b="1" sz="1600">
                <a:solidFill>
                  <a:schemeClr val="accent3"/>
                </a:solidFill>
              </a:defRPr>
            </a:lvl9pPr>
          </a:lstStyle>
          <a:p/>
        </p:txBody>
      </p:sp>
      <p:sp>
        <p:nvSpPr>
          <p:cNvPr id="311" name="Google Shape;311;p18"/>
          <p:cNvSpPr txBox="1"/>
          <p:nvPr>
            <p:ph idx="24" type="subTitle"/>
          </p:nvPr>
        </p:nvSpPr>
        <p:spPr>
          <a:xfrm>
            <a:off x="5789675" y="2027390"/>
            <a:ext cx="314100" cy="338700"/>
          </a:xfrm>
          <a:prstGeom prst="rect">
            <a:avLst/>
          </a:prstGeom>
        </p:spPr>
        <p:txBody>
          <a:bodyPr anchor="t" anchorCtr="0" bIns="0" lIns="0" numCol="1" rIns="0" spcFirstLastPara="1" tIns="0" wrap="square">
            <a:noAutofit/>
          </a:bodyPr>
          <a:lstStyle>
            <a:lvl1pPr algn="ctr" lvl="0">
              <a:spcBef>
                <a:spcPts val="0"/>
              </a:spcBef>
              <a:spcAft>
                <a:spcPts val="0"/>
              </a:spcAft>
              <a:buClr>
                <a:schemeClr val="accent3"/>
              </a:buClr>
              <a:buSzPts val="1600"/>
              <a:buFont typeface="Urbanist"/>
              <a:buNone/>
              <a:defRPr b="1">
                <a:solidFill>
                  <a:schemeClr val="accent3"/>
                </a:solidFill>
              </a:defRPr>
            </a:lvl1pPr>
            <a:lvl2pPr algn="ctr" lvl="1">
              <a:spcBef>
                <a:spcPts val="0"/>
              </a:spcBef>
              <a:spcAft>
                <a:spcPts val="0"/>
              </a:spcAft>
              <a:buClr>
                <a:schemeClr val="accent3"/>
              </a:buClr>
              <a:buSzPts val="1600"/>
              <a:buNone/>
              <a:defRPr b="1" sz="1600">
                <a:solidFill>
                  <a:schemeClr val="accent3"/>
                </a:solidFill>
              </a:defRPr>
            </a:lvl2pPr>
            <a:lvl3pPr algn="ctr" lvl="2">
              <a:spcBef>
                <a:spcPts val="0"/>
              </a:spcBef>
              <a:spcAft>
                <a:spcPts val="0"/>
              </a:spcAft>
              <a:buClr>
                <a:schemeClr val="accent3"/>
              </a:buClr>
              <a:buSzPts val="1600"/>
              <a:buNone/>
              <a:defRPr b="1" sz="1600">
                <a:solidFill>
                  <a:schemeClr val="accent3"/>
                </a:solidFill>
              </a:defRPr>
            </a:lvl3pPr>
            <a:lvl4pPr algn="ctr" lvl="3">
              <a:spcBef>
                <a:spcPts val="0"/>
              </a:spcBef>
              <a:spcAft>
                <a:spcPts val="0"/>
              </a:spcAft>
              <a:buClr>
                <a:schemeClr val="accent3"/>
              </a:buClr>
              <a:buSzPts val="1600"/>
              <a:buNone/>
              <a:defRPr b="1" sz="1600">
                <a:solidFill>
                  <a:schemeClr val="accent3"/>
                </a:solidFill>
              </a:defRPr>
            </a:lvl4pPr>
            <a:lvl5pPr algn="ctr" lvl="4">
              <a:spcBef>
                <a:spcPts val="0"/>
              </a:spcBef>
              <a:spcAft>
                <a:spcPts val="0"/>
              </a:spcAft>
              <a:buClr>
                <a:schemeClr val="accent3"/>
              </a:buClr>
              <a:buSzPts val="1600"/>
              <a:buNone/>
              <a:defRPr b="1" sz="1600">
                <a:solidFill>
                  <a:schemeClr val="accent3"/>
                </a:solidFill>
              </a:defRPr>
            </a:lvl5pPr>
            <a:lvl6pPr algn="ctr" lvl="5">
              <a:spcBef>
                <a:spcPts val="0"/>
              </a:spcBef>
              <a:spcAft>
                <a:spcPts val="0"/>
              </a:spcAft>
              <a:buClr>
                <a:schemeClr val="accent3"/>
              </a:buClr>
              <a:buSzPts val="1600"/>
              <a:buNone/>
              <a:defRPr b="1" sz="1600">
                <a:solidFill>
                  <a:schemeClr val="accent3"/>
                </a:solidFill>
              </a:defRPr>
            </a:lvl6pPr>
            <a:lvl7pPr algn="ctr" lvl="6">
              <a:spcBef>
                <a:spcPts val="0"/>
              </a:spcBef>
              <a:spcAft>
                <a:spcPts val="0"/>
              </a:spcAft>
              <a:buClr>
                <a:schemeClr val="accent3"/>
              </a:buClr>
              <a:buSzPts val="1600"/>
              <a:buNone/>
              <a:defRPr b="1" sz="1600">
                <a:solidFill>
                  <a:schemeClr val="accent3"/>
                </a:solidFill>
              </a:defRPr>
            </a:lvl7pPr>
            <a:lvl8pPr algn="ctr" lvl="7">
              <a:spcBef>
                <a:spcPts val="0"/>
              </a:spcBef>
              <a:spcAft>
                <a:spcPts val="0"/>
              </a:spcAft>
              <a:buClr>
                <a:schemeClr val="accent3"/>
              </a:buClr>
              <a:buSzPts val="1600"/>
              <a:buNone/>
              <a:defRPr b="1" sz="1600">
                <a:solidFill>
                  <a:schemeClr val="accent3"/>
                </a:solidFill>
              </a:defRPr>
            </a:lvl8pPr>
            <a:lvl9pPr algn="ctr" lvl="8">
              <a:spcBef>
                <a:spcPts val="0"/>
              </a:spcBef>
              <a:spcAft>
                <a:spcPts val="0"/>
              </a:spcAft>
              <a:buClr>
                <a:schemeClr val="accent3"/>
              </a:buClr>
              <a:buSzPts val="1600"/>
              <a:buNone/>
              <a:defRPr b="1" sz="1600">
                <a:solidFill>
                  <a:schemeClr val="accent3"/>
                </a:solidFill>
              </a:defRPr>
            </a:lvl9pPr>
          </a:lstStyle>
          <a:p/>
        </p:txBody>
      </p:sp>
      <p:sp>
        <p:nvSpPr>
          <p:cNvPr id="312" name="Google Shape;312;p18"/>
          <p:cNvSpPr txBox="1"/>
          <p:nvPr>
            <p:ph idx="25" type="subTitle"/>
          </p:nvPr>
        </p:nvSpPr>
        <p:spPr>
          <a:xfrm>
            <a:off x="7605089" y="2027390"/>
            <a:ext cx="314100" cy="338700"/>
          </a:xfrm>
          <a:prstGeom prst="rect">
            <a:avLst/>
          </a:prstGeom>
        </p:spPr>
        <p:txBody>
          <a:bodyPr anchor="t" anchorCtr="0" bIns="0" lIns="0" numCol="1" rIns="0" spcFirstLastPara="1" tIns="0" wrap="square">
            <a:noAutofit/>
          </a:bodyPr>
          <a:lstStyle>
            <a:lvl1pPr algn="ctr" lvl="0">
              <a:spcBef>
                <a:spcPts val="0"/>
              </a:spcBef>
              <a:spcAft>
                <a:spcPts val="0"/>
              </a:spcAft>
              <a:buClr>
                <a:schemeClr val="accent3"/>
              </a:buClr>
              <a:buSzPts val="1600"/>
              <a:buFont typeface="Urbanist"/>
              <a:buNone/>
              <a:defRPr b="1">
                <a:solidFill>
                  <a:schemeClr val="accent3"/>
                </a:solidFill>
              </a:defRPr>
            </a:lvl1pPr>
            <a:lvl2pPr algn="ctr" lvl="1">
              <a:spcBef>
                <a:spcPts val="0"/>
              </a:spcBef>
              <a:spcAft>
                <a:spcPts val="0"/>
              </a:spcAft>
              <a:buClr>
                <a:schemeClr val="accent3"/>
              </a:buClr>
              <a:buSzPts val="1600"/>
              <a:buNone/>
              <a:defRPr b="1" sz="1600">
                <a:solidFill>
                  <a:schemeClr val="accent3"/>
                </a:solidFill>
              </a:defRPr>
            </a:lvl2pPr>
            <a:lvl3pPr algn="ctr" lvl="2">
              <a:spcBef>
                <a:spcPts val="0"/>
              </a:spcBef>
              <a:spcAft>
                <a:spcPts val="0"/>
              </a:spcAft>
              <a:buClr>
                <a:schemeClr val="accent3"/>
              </a:buClr>
              <a:buSzPts val="1600"/>
              <a:buNone/>
              <a:defRPr b="1" sz="1600">
                <a:solidFill>
                  <a:schemeClr val="accent3"/>
                </a:solidFill>
              </a:defRPr>
            </a:lvl3pPr>
            <a:lvl4pPr algn="ctr" lvl="3">
              <a:spcBef>
                <a:spcPts val="0"/>
              </a:spcBef>
              <a:spcAft>
                <a:spcPts val="0"/>
              </a:spcAft>
              <a:buClr>
                <a:schemeClr val="accent3"/>
              </a:buClr>
              <a:buSzPts val="1600"/>
              <a:buNone/>
              <a:defRPr b="1" sz="1600">
                <a:solidFill>
                  <a:schemeClr val="accent3"/>
                </a:solidFill>
              </a:defRPr>
            </a:lvl4pPr>
            <a:lvl5pPr algn="ctr" lvl="4">
              <a:spcBef>
                <a:spcPts val="0"/>
              </a:spcBef>
              <a:spcAft>
                <a:spcPts val="0"/>
              </a:spcAft>
              <a:buClr>
                <a:schemeClr val="accent3"/>
              </a:buClr>
              <a:buSzPts val="1600"/>
              <a:buNone/>
              <a:defRPr b="1" sz="1600">
                <a:solidFill>
                  <a:schemeClr val="accent3"/>
                </a:solidFill>
              </a:defRPr>
            </a:lvl5pPr>
            <a:lvl6pPr algn="ctr" lvl="5">
              <a:spcBef>
                <a:spcPts val="0"/>
              </a:spcBef>
              <a:spcAft>
                <a:spcPts val="0"/>
              </a:spcAft>
              <a:buClr>
                <a:schemeClr val="accent3"/>
              </a:buClr>
              <a:buSzPts val="1600"/>
              <a:buNone/>
              <a:defRPr b="1" sz="1600">
                <a:solidFill>
                  <a:schemeClr val="accent3"/>
                </a:solidFill>
              </a:defRPr>
            </a:lvl6pPr>
            <a:lvl7pPr algn="ctr" lvl="6">
              <a:spcBef>
                <a:spcPts val="0"/>
              </a:spcBef>
              <a:spcAft>
                <a:spcPts val="0"/>
              </a:spcAft>
              <a:buClr>
                <a:schemeClr val="accent3"/>
              </a:buClr>
              <a:buSzPts val="1600"/>
              <a:buNone/>
              <a:defRPr b="1" sz="1600">
                <a:solidFill>
                  <a:schemeClr val="accent3"/>
                </a:solidFill>
              </a:defRPr>
            </a:lvl7pPr>
            <a:lvl8pPr algn="ctr" lvl="7">
              <a:spcBef>
                <a:spcPts val="0"/>
              </a:spcBef>
              <a:spcAft>
                <a:spcPts val="0"/>
              </a:spcAft>
              <a:buClr>
                <a:schemeClr val="accent3"/>
              </a:buClr>
              <a:buSzPts val="1600"/>
              <a:buNone/>
              <a:defRPr b="1" sz="1600">
                <a:solidFill>
                  <a:schemeClr val="accent3"/>
                </a:solidFill>
              </a:defRPr>
            </a:lvl8pPr>
            <a:lvl9pPr algn="ctr" lvl="8">
              <a:spcBef>
                <a:spcPts val="0"/>
              </a:spcBef>
              <a:spcAft>
                <a:spcPts val="0"/>
              </a:spcAft>
              <a:buClr>
                <a:schemeClr val="accent3"/>
              </a:buClr>
              <a:buSzPts val="1600"/>
              <a:buNone/>
              <a:defRPr b="1" sz="1600">
                <a:solidFill>
                  <a:schemeClr val="accent3"/>
                </a:solidFill>
              </a:defRPr>
            </a:lvl9pPr>
          </a:lstStyle>
          <a:p/>
        </p:txBody>
      </p:sp>
      <p:sp>
        <p:nvSpPr>
          <p:cNvPr id="313" name="Google Shape;313;p18"/>
          <p:cNvSpPr txBox="1"/>
          <p:nvPr>
            <p:ph idx="26" type="body"/>
          </p:nvPr>
        </p:nvSpPr>
        <p:spPr>
          <a:xfrm>
            <a:off x="7450350" y="2952175"/>
            <a:ext cx="1458000" cy="812100"/>
          </a:xfrm>
          <a:prstGeom prst="rect">
            <a:avLst/>
          </a:prstGeom>
        </p:spPr>
        <p:txBody>
          <a:bodyPr anchor="t" anchorCtr="0" bIns="0" lIns="0" numCol="1" rIns="0" spcFirstLastPara="1" tIns="0" wrap="square">
            <a:noAutofit/>
          </a:bodyPr>
          <a:lstStyle>
            <a:lvl1pPr indent="-292100" lvl="0" marL="457200">
              <a:spcBef>
                <a:spcPts val="0"/>
              </a:spcBef>
              <a:spcAft>
                <a:spcPts val="0"/>
              </a:spcAft>
              <a:buClr>
                <a:schemeClr val="lt1"/>
              </a:buClr>
              <a:buSzPts val="1000"/>
              <a:buFont typeface="Urbanist"/>
              <a:buChar char="●"/>
              <a:defRPr sz="1000"/>
            </a:lvl1pPr>
            <a:lvl2pPr indent="-292100" lvl="1" marL="914400">
              <a:spcBef>
                <a:spcPts val="0"/>
              </a:spcBef>
              <a:spcAft>
                <a:spcPts val="0"/>
              </a:spcAft>
              <a:buClr>
                <a:schemeClr val="lt1"/>
              </a:buClr>
              <a:buSzPts val="1000"/>
              <a:buFont typeface="Urbanist"/>
              <a:buChar char="○"/>
              <a:defRPr sz="1000"/>
            </a:lvl2pPr>
            <a:lvl3pPr indent="-292100" lvl="2" marL="1371600">
              <a:spcBef>
                <a:spcPts val="0"/>
              </a:spcBef>
              <a:spcAft>
                <a:spcPts val="0"/>
              </a:spcAft>
              <a:buClr>
                <a:schemeClr val="lt1"/>
              </a:buClr>
              <a:buSzPts val="1000"/>
              <a:buFont typeface="Urbanist"/>
              <a:buChar char="■"/>
              <a:defRPr sz="1000"/>
            </a:lvl3pPr>
            <a:lvl4pPr indent="-292100" lvl="3" marL="1828800">
              <a:spcBef>
                <a:spcPts val="0"/>
              </a:spcBef>
              <a:spcAft>
                <a:spcPts val="0"/>
              </a:spcAft>
              <a:buClr>
                <a:schemeClr val="lt1"/>
              </a:buClr>
              <a:buSzPts val="1000"/>
              <a:buFont typeface="Urbanist"/>
              <a:buChar char="●"/>
              <a:defRPr sz="1000"/>
            </a:lvl4pPr>
            <a:lvl5pPr indent="-292100" lvl="4" marL="2286000">
              <a:spcBef>
                <a:spcPts val="0"/>
              </a:spcBef>
              <a:spcAft>
                <a:spcPts val="0"/>
              </a:spcAft>
              <a:buClr>
                <a:schemeClr val="lt1"/>
              </a:buClr>
              <a:buSzPts val="1000"/>
              <a:buFont typeface="Urbanist"/>
              <a:buChar char="○"/>
              <a:defRPr sz="1000"/>
            </a:lvl5pPr>
            <a:lvl6pPr indent="-292100" lvl="5" marL="2743200">
              <a:spcBef>
                <a:spcPts val="0"/>
              </a:spcBef>
              <a:spcAft>
                <a:spcPts val="0"/>
              </a:spcAft>
              <a:buClr>
                <a:schemeClr val="lt1"/>
              </a:buClr>
              <a:buSzPts val="1000"/>
              <a:buFont typeface="Urbanist"/>
              <a:buChar char="■"/>
              <a:defRPr sz="1000"/>
            </a:lvl6pPr>
            <a:lvl7pPr indent="-292100" lvl="6" marL="3200400">
              <a:spcBef>
                <a:spcPts val="0"/>
              </a:spcBef>
              <a:spcAft>
                <a:spcPts val="0"/>
              </a:spcAft>
              <a:buClr>
                <a:schemeClr val="lt1"/>
              </a:buClr>
              <a:buSzPts val="1000"/>
              <a:buFont typeface="Urbanist"/>
              <a:buChar char="●"/>
              <a:defRPr sz="1000"/>
            </a:lvl7pPr>
            <a:lvl8pPr indent="-292100" lvl="7" marL="3657600">
              <a:spcBef>
                <a:spcPts val="0"/>
              </a:spcBef>
              <a:spcAft>
                <a:spcPts val="0"/>
              </a:spcAft>
              <a:buClr>
                <a:schemeClr val="lt1"/>
              </a:buClr>
              <a:buSzPts val="1000"/>
              <a:buFont typeface="Urbanist"/>
              <a:buChar char="○"/>
              <a:defRPr sz="1000"/>
            </a:lvl8pPr>
            <a:lvl9pPr indent="-292100" lvl="8" marL="4114800">
              <a:spcBef>
                <a:spcPts val="0"/>
              </a:spcBef>
              <a:spcAft>
                <a:spcPts val="0"/>
              </a:spcAft>
              <a:buClr>
                <a:schemeClr val="lt1"/>
              </a:buClr>
              <a:buSzPts val="1000"/>
              <a:buFont typeface="Urbanist"/>
              <a:buChar char="■"/>
              <a:defRPr sz="1000"/>
            </a:lvl9pPr>
          </a:lstStyle>
          <a:p/>
        </p:txBody>
      </p:sp>
      <p:sp>
        <p:nvSpPr>
          <p:cNvPr id="314" name="Google Shape;314;p18"/>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315" name="Google Shape;315;p18"/>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
  <p:cSld name="CUSTOM_5">
    <p:spTree>
      <p:nvGrpSpPr>
        <p:cNvPr id="316" name="Shape 316"/>
        <p:cNvGrpSpPr/>
        <p:nvPr/>
      </p:nvGrpSpPr>
      <p:grpSpPr>
        <a:xfrm>
          <a:off x="0" y="0"/>
          <a:ext cx="0" cy="0"/>
          <a:chOff x="0" y="0"/>
          <a:chExt cx="0" cy="0"/>
        </a:xfrm>
      </p:grpSpPr>
      <p:sp>
        <p:nvSpPr>
          <p:cNvPr id="317" name="Google Shape;317;p19"/>
          <p:cNvSpPr txBox="1"/>
          <p:nvPr>
            <p:ph idx="1" type="subTitle"/>
          </p:nvPr>
        </p:nvSpPr>
        <p:spPr>
          <a:xfrm>
            <a:off x="320625" y="4675975"/>
            <a:ext cx="27000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8" name="Google Shape;318;p19"/>
          <p:cNvSpPr txBox="1"/>
          <p:nvPr>
            <p:ph idx="2" type="subTitle"/>
          </p:nvPr>
        </p:nvSpPr>
        <p:spPr>
          <a:xfrm>
            <a:off x="4716740" y="4675975"/>
            <a:ext cx="2294700" cy="236400"/>
          </a:xfrm>
          <a:prstGeom prst="rect">
            <a:avLst/>
          </a:prstGeom>
        </p:spPr>
        <p:txBody>
          <a:bodyPr anchor="b" anchorCtr="0" bIns="0" lIns="0" numCol="1" rIns="0" spcFirstLastPara="1" tIns="0" wrap="square">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sp>
        <p:nvSpPr>
          <p:cNvPr id="319" name="Google Shape;319;p19"/>
          <p:cNvSpPr txBox="1"/>
          <p:nvPr>
            <p:ph idx="3" type="subTitle"/>
          </p:nvPr>
        </p:nvSpPr>
        <p:spPr>
          <a:xfrm>
            <a:off x="6859200" y="4683725"/>
            <a:ext cx="2056500" cy="228600"/>
          </a:xfrm>
          <a:prstGeom prst="rect">
            <a:avLst/>
          </a:prstGeom>
        </p:spPr>
        <p:txBody>
          <a:bodyPr anchor="b" anchorCtr="0" bIns="0" lIns="0" numCol="1" rIns="0" spcFirstLastPara="1" tIns="0" wrap="square">
            <a:noAutofit/>
          </a:bodyPr>
          <a:lstStyle>
            <a:lvl1pPr algn="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algn="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algn="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algn="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algn="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algn="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algn="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algn="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algn="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p:txBody>
      </p:sp>
      <p:cxnSp>
        <p:nvCxnSpPr>
          <p:cNvPr id="320" name="Google Shape;320;p19"/>
          <p:cNvCxnSpPr/>
          <p:nvPr/>
        </p:nvCxnSpPr>
        <p:spPr>
          <a:xfrm>
            <a:off x="238800" y="4683300"/>
            <a:ext cx="8676900" cy="0"/>
          </a:xfrm>
          <a:prstGeom prst="straightConnector1">
            <a:avLst/>
          </a:prstGeom>
          <a:noFill/>
          <a:ln cap="flat" cmpd="sng" w="9525">
            <a:solidFill>
              <a:schemeClr val="accent1"/>
            </a:solidFill>
            <a:prstDash val="solid"/>
            <a:round/>
            <a:headEnd len="med" type="none" w="med"/>
            <a:tailEnd len="med" type="none" w="med"/>
          </a:ln>
        </p:spPr>
      </p:cxnSp>
      <p:sp>
        <p:nvSpPr>
          <p:cNvPr id="321" name="Google Shape;321;p19"/>
          <p:cNvSpPr/>
          <p:nvPr/>
        </p:nvSpPr>
        <p:spPr>
          <a:xfrm>
            <a:off x="228600" y="4837500"/>
            <a:ext cx="48900" cy="48900"/>
          </a:xfrm>
          <a:prstGeom prst="ellipse">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322" name="Google Shape;322;p19"/>
          <p:cNvSpPr/>
          <p:nvPr/>
        </p:nvSpPr>
        <p:spPr>
          <a:xfrm>
            <a:off x="4618950" y="4839000"/>
            <a:ext cx="45900" cy="45900"/>
          </a:xfrm>
          <a:prstGeom prst="rect">
            <a:avLst/>
          </a:prstGeom>
          <a:solidFill>
            <a:schemeClr val="lt1"/>
          </a:solidFill>
          <a:ln>
            <a:noFill/>
          </a:ln>
        </p:spPr>
        <p:txBody>
          <a:bodyPr anchor="ctr" anchorCtr="0" bIns="91425" lIns="91425" numCol="1" rIns="91425" spcFirstLastPara="1" tIns="91425" wrap="square">
            <a:noAutofit/>
          </a:bodyPr>
          <a:lstStyle/>
          <a:p>
            <a:pPr algn="ctr" indent="0" lvl="0" marL="0" rtl="0">
              <a:spcBef>
                <a:spcPts val="0"/>
              </a:spcBef>
              <a:spcAft>
                <a:spcPts val="0"/>
              </a:spcAft>
              <a:buNone/>
            </a:pPr>
            <a:r>
              <a:t/>
            </a:r>
            <a:endParaRPr>
              <a:solidFill>
                <a:schemeClr val="dk1"/>
              </a:solidFill>
              <a:latin typeface="Urbanist"/>
              <a:ea typeface="Urbanist"/>
              <a:cs typeface="Urbanist"/>
              <a:sym typeface="Urbanist"/>
            </a:endParaRPr>
          </a:p>
        </p:txBody>
      </p:sp>
      <p:sp>
        <p:nvSpPr>
          <p:cNvPr id="323" name="Google Shape;323;p19"/>
          <p:cNvSpPr txBox="1"/>
          <p:nvPr>
            <p:ph idx="4" type="subTitle"/>
          </p:nvPr>
        </p:nvSpPr>
        <p:spPr>
          <a:xfrm>
            <a:off x="6314800" y="458325"/>
            <a:ext cx="2294700" cy="3300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19"/>
          <p:cNvSpPr txBox="1"/>
          <p:nvPr>
            <p:ph type="title"/>
          </p:nvPr>
        </p:nvSpPr>
        <p:spPr>
          <a:xfrm>
            <a:off x="237650" y="746900"/>
            <a:ext cx="2834700" cy="25908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5" name="Google Shape;325;p19"/>
          <p:cNvSpPr txBox="1"/>
          <p:nvPr>
            <p:ph idx="5" type="subTitle"/>
          </p:nvPr>
        </p:nvSpPr>
        <p:spPr>
          <a:xfrm>
            <a:off x="229175" y="229175"/>
            <a:ext cx="2834700" cy="3300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
        <p:nvSpPr>
          <p:cNvPr id="326" name="Google Shape;326;p19"/>
          <p:cNvSpPr txBox="1"/>
          <p:nvPr>
            <p:ph idx="6" type="subTitle"/>
          </p:nvPr>
        </p:nvSpPr>
        <p:spPr>
          <a:xfrm>
            <a:off x="3437500" y="882725"/>
            <a:ext cx="2294700" cy="5007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27" name="Google Shape;327;p19"/>
          <p:cNvSpPr txBox="1"/>
          <p:nvPr>
            <p:ph idx="7" type="title"/>
          </p:nvPr>
        </p:nvSpPr>
        <p:spPr>
          <a:xfrm>
            <a:off x="3611850" y="1848195"/>
            <a:ext cx="1924200" cy="5940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p:txBody>
      </p:sp>
      <p:sp>
        <p:nvSpPr>
          <p:cNvPr id="328" name="Google Shape;328;p19"/>
          <p:cNvSpPr txBox="1"/>
          <p:nvPr>
            <p:ph idx="8" type="title"/>
          </p:nvPr>
        </p:nvSpPr>
        <p:spPr>
          <a:xfrm>
            <a:off x="3611850" y="3250202"/>
            <a:ext cx="1920300" cy="5943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p:txBody>
      </p:sp>
      <p:sp>
        <p:nvSpPr>
          <p:cNvPr id="329" name="Google Shape;329;p19"/>
          <p:cNvSpPr txBox="1"/>
          <p:nvPr>
            <p:ph idx="9" type="subTitle"/>
          </p:nvPr>
        </p:nvSpPr>
        <p:spPr>
          <a:xfrm>
            <a:off x="3611850" y="2707575"/>
            <a:ext cx="2120400" cy="1683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0" name="Google Shape;330;p19"/>
          <p:cNvSpPr txBox="1"/>
          <p:nvPr>
            <p:ph idx="13" type="subTitle"/>
          </p:nvPr>
        </p:nvSpPr>
        <p:spPr>
          <a:xfrm>
            <a:off x="3611850" y="4076800"/>
            <a:ext cx="2120400" cy="1683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1" name="Google Shape;331;p19"/>
          <p:cNvSpPr txBox="1"/>
          <p:nvPr>
            <p:ph idx="14" type="subTitle"/>
          </p:nvPr>
        </p:nvSpPr>
        <p:spPr>
          <a:xfrm>
            <a:off x="6258900" y="3267725"/>
            <a:ext cx="2478300" cy="500700"/>
          </a:xfrm>
          <a:prstGeom prst="rect">
            <a:avLst/>
          </a:prstGeom>
        </p:spPr>
        <p:txBody>
          <a:bodyPr anchor="t" anchorCtr="0" bIns="91425" lIns="0" numCol="1" rIns="91425" spcFirstLastPara="1" tIns="0" wrap="square">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p:txBody>
      </p:sp>
      <p:sp>
        <p:nvSpPr>
          <p:cNvPr id="332" name="Google Shape;332;p19"/>
          <p:cNvSpPr txBox="1"/>
          <p:nvPr>
            <p:ph idx="15" type="subTitle"/>
          </p:nvPr>
        </p:nvSpPr>
        <p:spPr>
          <a:xfrm>
            <a:off x="6258900" y="3955225"/>
            <a:ext cx="2478300" cy="330000"/>
          </a:xfrm>
          <a:prstGeom prst="rect">
            <a:avLst/>
          </a:prstGeom>
        </p:spPr>
        <p:txBody>
          <a:bodyPr anchor="t" anchorCtr="0" bIns="91425" lIns="0" numCol="1" rIns="91425" spcFirstLastPara="1" tIns="0" wrap="square">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3" name="Shape 333"/>
        <p:cNvGrpSpPr/>
        <p:nvPr/>
      </p:nvGrpSpPr>
      <p:grpSpPr>
        <a:xfrm>
          <a:off x="0" y="0"/>
          <a:ext cx="0" cy="0"/>
          <a:chOff x="0" y="0"/>
          <a:chExt cx="0" cy="0"/>
        </a:xfrm>
      </p:grpSpPr>
      <p:sp>
        <p:nvSpPr>
          <p:cNvPr id="334" name="Google Shape;334;p20"/>
          <p:cNvSpPr txBox="1"/>
          <p:nvPr>
            <p:ph type="ctrTitle"/>
          </p:nvPr>
        </p:nvSpPr>
        <p:spPr>
          <a:xfrm>
            <a:off x="311708" y="744575"/>
            <a:ext cx="8520600" cy="2052600"/>
          </a:xfrm>
          <a:prstGeom prst="rect">
            <a:avLst/>
          </a:prstGeom>
        </p:spPr>
        <p:txBody>
          <a:bodyPr anchor="b" anchorCtr="0" bIns="91425" lIns="91425" numCol="1" rIns="91425" spcFirstLastPara="1" tIns="91425" wrap="square">
            <a:noAutofit/>
          </a:bodyPr>
          <a:lstStyle>
            <a:lvl1pPr algn="ctr" lvl="0">
              <a:spcBef>
                <a:spcPts val="0"/>
              </a:spcBef>
              <a:spcAft>
                <a:spcPts val="0"/>
              </a:spcAft>
              <a:buSzPts val="5200"/>
              <a:buNone/>
              <a:defRPr sz="5200"/>
            </a:lvl1pPr>
            <a:lvl2pPr algn="ctr" lvl="1">
              <a:spcBef>
                <a:spcPts val="0"/>
              </a:spcBef>
              <a:spcAft>
                <a:spcPts val="0"/>
              </a:spcAft>
              <a:buSzPts val="5200"/>
              <a:buNone/>
              <a:defRPr sz="5200"/>
            </a:lvl2pPr>
            <a:lvl3pPr algn="ctr" lvl="2">
              <a:spcBef>
                <a:spcPts val="0"/>
              </a:spcBef>
              <a:spcAft>
                <a:spcPts val="0"/>
              </a:spcAft>
              <a:buSzPts val="5200"/>
              <a:buNone/>
              <a:defRPr sz="5200"/>
            </a:lvl3pPr>
            <a:lvl4pPr algn="ctr" lvl="3">
              <a:spcBef>
                <a:spcPts val="0"/>
              </a:spcBef>
              <a:spcAft>
                <a:spcPts val="0"/>
              </a:spcAft>
              <a:buSzPts val="5200"/>
              <a:buNone/>
              <a:defRPr sz="5200"/>
            </a:lvl4pPr>
            <a:lvl5pPr algn="ctr" lvl="4">
              <a:spcBef>
                <a:spcPts val="0"/>
              </a:spcBef>
              <a:spcAft>
                <a:spcPts val="0"/>
              </a:spcAft>
              <a:buSzPts val="5200"/>
              <a:buNone/>
              <a:defRPr sz="5200"/>
            </a:lvl5pPr>
            <a:lvl6pPr algn="ctr" lvl="5">
              <a:spcBef>
                <a:spcPts val="0"/>
              </a:spcBef>
              <a:spcAft>
                <a:spcPts val="0"/>
              </a:spcAft>
              <a:buSzPts val="5200"/>
              <a:buNone/>
              <a:defRPr sz="5200"/>
            </a:lvl6pPr>
            <a:lvl7pPr algn="ctr" lvl="6">
              <a:spcBef>
                <a:spcPts val="0"/>
              </a:spcBef>
              <a:spcAft>
                <a:spcPts val="0"/>
              </a:spcAft>
              <a:buSzPts val="5200"/>
              <a:buNone/>
              <a:defRPr sz="5200"/>
            </a:lvl7pPr>
            <a:lvl8pPr algn="ctr" lvl="7">
              <a:spcBef>
                <a:spcPts val="0"/>
              </a:spcBef>
              <a:spcAft>
                <a:spcPts val="0"/>
              </a:spcAft>
              <a:buSzPts val="5200"/>
              <a:buNone/>
              <a:defRPr sz="5200"/>
            </a:lvl8pPr>
            <a:lvl9pPr algn="ctr" lvl="8">
              <a:spcBef>
                <a:spcPts val="0"/>
              </a:spcBef>
              <a:spcAft>
                <a:spcPts val="0"/>
              </a:spcAft>
              <a:buSzPts val="5200"/>
              <a:buNone/>
              <a:defRPr sz="5200"/>
            </a:lvl9pPr>
          </a:lstStyle>
          <a:p/>
        </p:txBody>
      </p:sp>
      <p:sp>
        <p:nvSpPr>
          <p:cNvPr id="335" name="Google Shape;335;p20"/>
          <p:cNvSpPr txBox="1"/>
          <p:nvPr>
            <p:ph idx="1" type="subTitle"/>
          </p:nvPr>
        </p:nvSpPr>
        <p:spPr>
          <a:xfrm>
            <a:off x="311700" y="2834125"/>
            <a:ext cx="8520600" cy="792600"/>
          </a:xfrm>
          <a:prstGeom prst="rect">
            <a:avLst/>
          </a:prstGeom>
        </p:spPr>
        <p:txBody>
          <a:bodyPr anchor="t" anchorCtr="0" bIns="91425" lIns="91425" numCol="1" rIns="91425" spcFirstLastPara="1" tIns="91425" wrap="square">
            <a:noAutofit/>
          </a:bodyPr>
          <a:lstStyle>
            <a:lvl1pPr algn="ctr" lvl="0">
              <a:spcBef>
                <a:spcPts val="0"/>
              </a:spcBef>
              <a:spcAft>
                <a:spcPts val="0"/>
              </a:spcAft>
              <a:buSzPts val="2800"/>
              <a:buNone/>
              <a:defRPr sz="2800"/>
            </a:lvl1pPr>
            <a:lvl2pPr algn="ctr" lvl="1">
              <a:spcBef>
                <a:spcPts val="0"/>
              </a:spcBef>
              <a:spcAft>
                <a:spcPts val="0"/>
              </a:spcAft>
              <a:buSzPts val="2800"/>
              <a:buNone/>
              <a:defRPr sz="2800"/>
            </a:lvl2pPr>
            <a:lvl3pPr algn="ctr" lvl="2">
              <a:spcBef>
                <a:spcPts val="0"/>
              </a:spcBef>
              <a:spcAft>
                <a:spcPts val="0"/>
              </a:spcAft>
              <a:buSzPts val="2800"/>
              <a:buNone/>
              <a:defRPr sz="2800"/>
            </a:lvl3pPr>
            <a:lvl4pPr algn="ctr" lvl="3">
              <a:spcBef>
                <a:spcPts val="0"/>
              </a:spcBef>
              <a:spcAft>
                <a:spcPts val="0"/>
              </a:spcAft>
              <a:buSzPts val="2800"/>
              <a:buNone/>
              <a:defRPr sz="2800"/>
            </a:lvl4pPr>
            <a:lvl5pPr algn="ctr" lvl="4">
              <a:spcBef>
                <a:spcPts val="0"/>
              </a:spcBef>
              <a:spcAft>
                <a:spcPts val="0"/>
              </a:spcAft>
              <a:buSzPts val="2800"/>
              <a:buNone/>
              <a:defRPr sz="2800"/>
            </a:lvl5pPr>
            <a:lvl6pPr algn="ctr" lvl="5">
              <a:spcBef>
                <a:spcPts val="0"/>
              </a:spcBef>
              <a:spcAft>
                <a:spcPts val="0"/>
              </a:spcAft>
              <a:buSzPts val="2800"/>
              <a:buNone/>
              <a:defRPr sz="2800"/>
            </a:lvl6pPr>
            <a:lvl7pPr algn="ctr" lvl="6">
              <a:spcBef>
                <a:spcPts val="0"/>
              </a:spcBef>
              <a:spcAft>
                <a:spcPts val="0"/>
              </a:spcAft>
              <a:buSzPts val="2800"/>
              <a:buNone/>
              <a:defRPr sz="2800"/>
            </a:lvl7pPr>
            <a:lvl8pPr algn="ctr" lvl="7">
              <a:spcBef>
                <a:spcPts val="0"/>
              </a:spcBef>
              <a:spcAft>
                <a:spcPts val="0"/>
              </a:spcAft>
              <a:buSzPts val="2800"/>
              <a:buNone/>
              <a:defRPr sz="2800"/>
            </a:lvl8pPr>
            <a:lvl9pPr algn="ctr" lvl="8">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6" name="Shape 336"/>
        <p:cNvGrpSpPr/>
        <p:nvPr/>
      </p:nvGrpSpPr>
      <p:grpSpPr>
        <a:xfrm>
          <a:off x="0" y="0"/>
          <a:ext cx="0" cy="0"/>
          <a:chOff x="0" y="0"/>
          <a:chExt cx="0" cy="0"/>
        </a:xfrm>
      </p:grpSpPr>
      <p:sp>
        <p:nvSpPr>
          <p:cNvPr id="337" name="Google Shape;337;p21"/>
          <p:cNvSpPr txBox="1"/>
          <p:nvPr>
            <p:ph type="title"/>
          </p:nvPr>
        </p:nvSpPr>
        <p:spPr>
          <a:xfrm>
            <a:off x="311700" y="2150850"/>
            <a:ext cx="8520600" cy="841800"/>
          </a:xfrm>
          <a:prstGeom prst="rect">
            <a:avLst/>
          </a:prstGeom>
        </p:spPr>
        <p:txBody>
          <a:bodyPr anchor="ctr" anchorCtr="0" bIns="91425" lIns="91425" numCol="1" rIns="91425" spcFirstLastPara="1" tIns="91425" wrap="square">
            <a:noAutofit/>
          </a:bodyPr>
          <a:lstStyle>
            <a:lvl1pPr algn="ctr" lvl="0">
              <a:spcBef>
                <a:spcPts val="0"/>
              </a:spcBef>
              <a:spcAft>
                <a:spcPts val="0"/>
              </a:spcAft>
              <a:buSzPts val="3600"/>
              <a:buNone/>
              <a:defRPr sz="3600"/>
            </a:lvl1pPr>
            <a:lvl2pPr algn="ctr" lvl="1">
              <a:spcBef>
                <a:spcPts val="0"/>
              </a:spcBef>
              <a:spcAft>
                <a:spcPts val="0"/>
              </a:spcAft>
              <a:buSzPts val="3600"/>
              <a:buNone/>
              <a:defRPr sz="3600"/>
            </a:lvl2pPr>
            <a:lvl3pPr algn="ctr" lvl="2">
              <a:spcBef>
                <a:spcPts val="0"/>
              </a:spcBef>
              <a:spcAft>
                <a:spcPts val="0"/>
              </a:spcAft>
              <a:buSzPts val="3600"/>
              <a:buNone/>
              <a:defRPr sz="3600"/>
            </a:lvl3pPr>
            <a:lvl4pPr algn="ctr" lvl="3">
              <a:spcBef>
                <a:spcPts val="0"/>
              </a:spcBef>
              <a:spcAft>
                <a:spcPts val="0"/>
              </a:spcAft>
              <a:buSzPts val="3600"/>
              <a:buNone/>
              <a:defRPr sz="3600"/>
            </a:lvl4pPr>
            <a:lvl5pPr algn="ctr" lvl="4">
              <a:spcBef>
                <a:spcPts val="0"/>
              </a:spcBef>
              <a:spcAft>
                <a:spcPts val="0"/>
              </a:spcAft>
              <a:buSzPts val="3600"/>
              <a:buNone/>
              <a:defRPr sz="3600"/>
            </a:lvl5pPr>
            <a:lvl6pPr algn="ctr" lvl="5">
              <a:spcBef>
                <a:spcPts val="0"/>
              </a:spcBef>
              <a:spcAft>
                <a:spcPts val="0"/>
              </a:spcAft>
              <a:buSzPts val="3600"/>
              <a:buNone/>
              <a:defRPr sz="3600"/>
            </a:lvl6pPr>
            <a:lvl7pPr algn="ctr" lvl="6">
              <a:spcBef>
                <a:spcPts val="0"/>
              </a:spcBef>
              <a:spcAft>
                <a:spcPts val="0"/>
              </a:spcAft>
              <a:buSzPts val="3600"/>
              <a:buNone/>
              <a:defRPr sz="3600"/>
            </a:lvl7pPr>
            <a:lvl8pPr algn="ctr" lvl="7">
              <a:spcBef>
                <a:spcPts val="0"/>
              </a:spcBef>
              <a:spcAft>
                <a:spcPts val="0"/>
              </a:spcAft>
              <a:buSzPts val="3600"/>
              <a:buNone/>
              <a:defRPr sz="3600"/>
            </a:lvl8pPr>
            <a:lvl9pPr algn="ctr" lvl="8">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8" name="Shape 338"/>
        <p:cNvGrpSpPr/>
        <p:nvPr/>
      </p:nvGrpSpPr>
      <p:grpSpPr>
        <a:xfrm>
          <a:off x="0" y="0"/>
          <a:ext cx="0" cy="0"/>
          <a:chOff x="0" y="0"/>
          <a:chExt cx="0" cy="0"/>
        </a:xfrm>
      </p:grpSpPr>
      <p:sp>
        <p:nvSpPr>
          <p:cNvPr id="339" name="Google Shape;339;p22"/>
          <p:cNvSpPr txBox="1"/>
          <p:nvPr>
            <p:ph type="title"/>
          </p:nvPr>
        </p:nvSpPr>
        <p:spPr>
          <a:xfrm>
            <a:off x="311700" y="445025"/>
            <a:ext cx="8520600" cy="572700"/>
          </a:xfrm>
          <a:prstGeom prst="rect">
            <a:avLst/>
          </a:prstGeom>
        </p:spPr>
        <p:txBody>
          <a:bodyPr anchor="t"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0" name="Google Shape;340;p22"/>
          <p:cNvSpPr txBox="1"/>
          <p:nvPr>
            <p:ph idx="1" type="body"/>
          </p:nvPr>
        </p:nvSpPr>
        <p:spPr>
          <a:xfrm>
            <a:off x="311700" y="1152475"/>
            <a:ext cx="8520600" cy="34164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1" name="Shape 341"/>
        <p:cNvGrpSpPr/>
        <p:nvPr/>
      </p:nvGrpSpPr>
      <p:grpSpPr>
        <a:xfrm>
          <a:off x="0" y="0"/>
          <a:ext cx="0" cy="0"/>
          <a:chOff x="0" y="0"/>
          <a:chExt cx="0" cy="0"/>
        </a:xfrm>
      </p:grpSpPr>
      <p:sp>
        <p:nvSpPr>
          <p:cNvPr id="342" name="Google Shape;342;p23"/>
          <p:cNvSpPr txBox="1"/>
          <p:nvPr>
            <p:ph type="title"/>
          </p:nvPr>
        </p:nvSpPr>
        <p:spPr>
          <a:xfrm>
            <a:off x="311700" y="445025"/>
            <a:ext cx="8520600" cy="572700"/>
          </a:xfrm>
          <a:prstGeom prst="rect">
            <a:avLst/>
          </a:prstGeom>
        </p:spPr>
        <p:txBody>
          <a:bodyPr anchor="t"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43" name="Google Shape;343;p23"/>
          <p:cNvSpPr txBox="1"/>
          <p:nvPr>
            <p:ph idx="1" type="body"/>
          </p:nvPr>
        </p:nvSpPr>
        <p:spPr>
          <a:xfrm>
            <a:off x="311700" y="1152475"/>
            <a:ext cx="3999900" cy="3416400"/>
          </a:xfrm>
          <a:prstGeom prst="rect">
            <a:avLst/>
          </a:prstGeom>
        </p:spPr>
        <p:txBody>
          <a:bodyPr anchor="t" anchorCtr="0" bIns="91425" lIns="91425" numCol="1" rIns="91425" spcFirstLastPara="1" tIns="91425" wrap="square">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4" name="Google Shape;344;p23"/>
          <p:cNvSpPr txBox="1"/>
          <p:nvPr>
            <p:ph idx="2" type="body"/>
          </p:nvPr>
        </p:nvSpPr>
        <p:spPr>
          <a:xfrm>
            <a:off x="4832400" y="1152475"/>
            <a:ext cx="3999900" cy="3416400"/>
          </a:xfrm>
          <a:prstGeom prst="rect">
            <a:avLst/>
          </a:prstGeom>
        </p:spPr>
        <p:txBody>
          <a:bodyPr anchor="t" anchorCtr="0" bIns="91425" lIns="91425" numCol="1" rIns="91425" spcFirstLastPara="1" tIns="91425" wrap="square">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5" name="Shape 345"/>
        <p:cNvGrpSpPr/>
        <p:nvPr/>
      </p:nvGrpSpPr>
      <p:grpSpPr>
        <a:xfrm>
          <a:off x="0" y="0"/>
          <a:ext cx="0" cy="0"/>
          <a:chOff x="0" y="0"/>
          <a:chExt cx="0" cy="0"/>
        </a:xfrm>
      </p:grpSpPr>
      <p:sp>
        <p:nvSpPr>
          <p:cNvPr id="346" name="Google Shape;346;p24"/>
          <p:cNvSpPr txBox="1"/>
          <p:nvPr>
            <p:ph type="title"/>
          </p:nvPr>
        </p:nvSpPr>
        <p:spPr>
          <a:xfrm>
            <a:off x="311700" y="445025"/>
            <a:ext cx="8520600" cy="572700"/>
          </a:xfrm>
          <a:prstGeom prst="rect">
            <a:avLst/>
          </a:prstGeom>
        </p:spPr>
        <p:txBody>
          <a:bodyPr anchor="t"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7" name="Shape 347"/>
        <p:cNvGrpSpPr/>
        <p:nvPr/>
      </p:nvGrpSpPr>
      <p:grpSpPr>
        <a:xfrm>
          <a:off x="0" y="0"/>
          <a:ext cx="0" cy="0"/>
          <a:chOff x="0" y="0"/>
          <a:chExt cx="0" cy="0"/>
        </a:xfrm>
      </p:grpSpPr>
      <p:sp>
        <p:nvSpPr>
          <p:cNvPr id="348" name="Google Shape;348;p25"/>
          <p:cNvSpPr txBox="1"/>
          <p:nvPr>
            <p:ph type="title"/>
          </p:nvPr>
        </p:nvSpPr>
        <p:spPr>
          <a:xfrm>
            <a:off x="311700" y="555600"/>
            <a:ext cx="2808000" cy="755700"/>
          </a:xfrm>
          <a:prstGeom prst="rect">
            <a:avLst/>
          </a:prstGeom>
        </p:spPr>
        <p:txBody>
          <a:bodyPr anchor="b" anchorCtr="0" bIns="91425" lIns="91425" numCol="1" rIns="91425" spcFirstLastPara="1" tIns="91425" wrap="square">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9" name="Google Shape;349;p25"/>
          <p:cNvSpPr txBox="1"/>
          <p:nvPr>
            <p:ph idx="1" type="body"/>
          </p:nvPr>
        </p:nvSpPr>
        <p:spPr>
          <a:xfrm>
            <a:off x="311700" y="1389600"/>
            <a:ext cx="2808000" cy="31794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0" name="Shape 350"/>
        <p:cNvGrpSpPr/>
        <p:nvPr/>
      </p:nvGrpSpPr>
      <p:grpSpPr>
        <a:xfrm>
          <a:off x="0" y="0"/>
          <a:ext cx="0" cy="0"/>
          <a:chOff x="0" y="0"/>
          <a:chExt cx="0" cy="0"/>
        </a:xfrm>
      </p:grpSpPr>
      <p:sp>
        <p:nvSpPr>
          <p:cNvPr id="351" name="Google Shape;351;p26"/>
          <p:cNvSpPr txBox="1"/>
          <p:nvPr>
            <p:ph type="title"/>
          </p:nvPr>
        </p:nvSpPr>
        <p:spPr>
          <a:xfrm>
            <a:off x="490250" y="450150"/>
            <a:ext cx="6367800" cy="4090800"/>
          </a:xfrm>
          <a:prstGeom prst="rect">
            <a:avLst/>
          </a:prstGeom>
        </p:spPr>
        <p:txBody>
          <a:bodyPr anchor="ctr" anchorCtr="0" bIns="91425" lIns="91425" numCol="1" rIns="91425" spcFirstLastPara="1" tIns="91425" wrap="square">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2" name="Shape 352"/>
        <p:cNvGrpSpPr/>
        <p:nvPr/>
      </p:nvGrpSpPr>
      <p:grpSpPr>
        <a:xfrm>
          <a:off x="0" y="0"/>
          <a:ext cx="0" cy="0"/>
          <a:chOff x="0" y="0"/>
          <a:chExt cx="0" cy="0"/>
        </a:xfrm>
      </p:grpSpPr>
      <p:sp>
        <p:nvSpPr>
          <p:cNvPr id="353" name="Google Shape;353;p27"/>
          <p:cNvSpPr txBox="1"/>
          <p:nvPr>
            <p:ph type="title"/>
          </p:nvPr>
        </p:nvSpPr>
        <p:spPr>
          <a:xfrm>
            <a:off x="265500" y="1233175"/>
            <a:ext cx="4045200" cy="1482300"/>
          </a:xfrm>
          <a:prstGeom prst="rect">
            <a:avLst/>
          </a:prstGeom>
        </p:spPr>
        <p:txBody>
          <a:bodyPr anchor="b" anchorCtr="0" bIns="91425" lIns="91425" numCol="1" rIns="91425" spcFirstLastPara="1" tIns="91425" wrap="square">
            <a:noAutofit/>
          </a:bodyPr>
          <a:lstStyle>
            <a:lvl1pPr algn="ctr" lvl="0">
              <a:spcBef>
                <a:spcPts val="0"/>
              </a:spcBef>
              <a:spcAft>
                <a:spcPts val="0"/>
              </a:spcAft>
              <a:buSzPts val="4200"/>
              <a:buNone/>
              <a:defRPr sz="4200"/>
            </a:lvl1pPr>
            <a:lvl2pPr algn="ctr" lvl="1">
              <a:spcBef>
                <a:spcPts val="0"/>
              </a:spcBef>
              <a:spcAft>
                <a:spcPts val="0"/>
              </a:spcAft>
              <a:buSzPts val="4200"/>
              <a:buNone/>
              <a:defRPr sz="4200"/>
            </a:lvl2pPr>
            <a:lvl3pPr algn="ctr" lvl="2">
              <a:spcBef>
                <a:spcPts val="0"/>
              </a:spcBef>
              <a:spcAft>
                <a:spcPts val="0"/>
              </a:spcAft>
              <a:buSzPts val="4200"/>
              <a:buNone/>
              <a:defRPr sz="4200"/>
            </a:lvl3pPr>
            <a:lvl4pPr algn="ctr" lvl="3">
              <a:spcBef>
                <a:spcPts val="0"/>
              </a:spcBef>
              <a:spcAft>
                <a:spcPts val="0"/>
              </a:spcAft>
              <a:buSzPts val="4200"/>
              <a:buNone/>
              <a:defRPr sz="4200"/>
            </a:lvl4pPr>
            <a:lvl5pPr algn="ctr" lvl="4">
              <a:spcBef>
                <a:spcPts val="0"/>
              </a:spcBef>
              <a:spcAft>
                <a:spcPts val="0"/>
              </a:spcAft>
              <a:buSzPts val="4200"/>
              <a:buNone/>
              <a:defRPr sz="4200"/>
            </a:lvl5pPr>
            <a:lvl6pPr algn="ctr" lvl="5">
              <a:spcBef>
                <a:spcPts val="0"/>
              </a:spcBef>
              <a:spcAft>
                <a:spcPts val="0"/>
              </a:spcAft>
              <a:buSzPts val="4200"/>
              <a:buNone/>
              <a:defRPr sz="4200"/>
            </a:lvl6pPr>
            <a:lvl7pPr algn="ctr" lvl="6">
              <a:spcBef>
                <a:spcPts val="0"/>
              </a:spcBef>
              <a:spcAft>
                <a:spcPts val="0"/>
              </a:spcAft>
              <a:buSzPts val="4200"/>
              <a:buNone/>
              <a:defRPr sz="4200"/>
            </a:lvl7pPr>
            <a:lvl8pPr algn="ctr" lvl="7">
              <a:spcBef>
                <a:spcPts val="0"/>
              </a:spcBef>
              <a:spcAft>
                <a:spcPts val="0"/>
              </a:spcAft>
              <a:buSzPts val="4200"/>
              <a:buNone/>
              <a:defRPr sz="4200"/>
            </a:lvl8pPr>
            <a:lvl9pPr algn="ctr" lvl="8">
              <a:spcBef>
                <a:spcPts val="0"/>
              </a:spcBef>
              <a:spcAft>
                <a:spcPts val="0"/>
              </a:spcAft>
              <a:buSzPts val="4200"/>
              <a:buNone/>
              <a:defRPr sz="4200"/>
            </a:lvl9pPr>
          </a:lstStyle>
          <a:p/>
        </p:txBody>
      </p:sp>
      <p:sp>
        <p:nvSpPr>
          <p:cNvPr id="354" name="Google Shape;354;p27"/>
          <p:cNvSpPr txBox="1"/>
          <p:nvPr>
            <p:ph idx="1" type="subTitle"/>
          </p:nvPr>
        </p:nvSpPr>
        <p:spPr>
          <a:xfrm>
            <a:off x="265500" y="2803075"/>
            <a:ext cx="4045200" cy="1235100"/>
          </a:xfrm>
          <a:prstGeom prst="rect">
            <a:avLst/>
          </a:prstGeom>
        </p:spPr>
        <p:txBody>
          <a:bodyPr anchor="t" anchorCtr="0" bIns="91425" lIns="91425" numCol="1" rIns="91425" spcFirstLastPara="1" tIns="91425" wrap="square">
            <a:noAutofit/>
          </a:bodyPr>
          <a:lstStyle>
            <a:lvl1pPr algn="ctr" lvl="0">
              <a:spcBef>
                <a:spcPts val="0"/>
              </a:spcBef>
              <a:spcAft>
                <a:spcPts val="0"/>
              </a:spcAft>
              <a:buSzPts val="2100"/>
              <a:buNone/>
              <a:defRPr sz="2100"/>
            </a:lvl1pPr>
            <a:lvl2pPr algn="ctr" lvl="1">
              <a:spcBef>
                <a:spcPts val="0"/>
              </a:spcBef>
              <a:spcAft>
                <a:spcPts val="0"/>
              </a:spcAft>
              <a:buSzPts val="2100"/>
              <a:buNone/>
              <a:defRPr sz="2100"/>
            </a:lvl2pPr>
            <a:lvl3pPr algn="ctr" lvl="2">
              <a:spcBef>
                <a:spcPts val="0"/>
              </a:spcBef>
              <a:spcAft>
                <a:spcPts val="0"/>
              </a:spcAft>
              <a:buSzPts val="2100"/>
              <a:buNone/>
              <a:defRPr sz="2100"/>
            </a:lvl3pPr>
            <a:lvl4pPr algn="ctr" lvl="3">
              <a:spcBef>
                <a:spcPts val="0"/>
              </a:spcBef>
              <a:spcAft>
                <a:spcPts val="0"/>
              </a:spcAft>
              <a:buSzPts val="2100"/>
              <a:buNone/>
              <a:defRPr sz="2100"/>
            </a:lvl4pPr>
            <a:lvl5pPr algn="ctr" lvl="4">
              <a:spcBef>
                <a:spcPts val="0"/>
              </a:spcBef>
              <a:spcAft>
                <a:spcPts val="0"/>
              </a:spcAft>
              <a:buSzPts val="2100"/>
              <a:buNone/>
              <a:defRPr sz="2100"/>
            </a:lvl5pPr>
            <a:lvl6pPr algn="ctr" lvl="5">
              <a:spcBef>
                <a:spcPts val="0"/>
              </a:spcBef>
              <a:spcAft>
                <a:spcPts val="0"/>
              </a:spcAft>
              <a:buSzPts val="2100"/>
              <a:buNone/>
              <a:defRPr sz="2100"/>
            </a:lvl6pPr>
            <a:lvl7pPr algn="ctr" lvl="6">
              <a:spcBef>
                <a:spcPts val="0"/>
              </a:spcBef>
              <a:spcAft>
                <a:spcPts val="0"/>
              </a:spcAft>
              <a:buSzPts val="2100"/>
              <a:buNone/>
              <a:defRPr sz="2100"/>
            </a:lvl7pPr>
            <a:lvl8pPr algn="ctr" lvl="7">
              <a:spcBef>
                <a:spcPts val="0"/>
              </a:spcBef>
              <a:spcAft>
                <a:spcPts val="0"/>
              </a:spcAft>
              <a:buSzPts val="2100"/>
              <a:buNone/>
              <a:defRPr sz="2100"/>
            </a:lvl8pPr>
            <a:lvl9pPr algn="ctr" lvl="8">
              <a:spcBef>
                <a:spcPts val="0"/>
              </a:spcBef>
              <a:spcAft>
                <a:spcPts val="0"/>
              </a:spcAft>
              <a:buSzPts val="2100"/>
              <a:buNone/>
              <a:defRPr sz="2100"/>
            </a:lvl9pPr>
          </a:lstStyle>
          <a:p/>
        </p:txBody>
      </p:sp>
      <p:sp>
        <p:nvSpPr>
          <p:cNvPr id="355" name="Google Shape;355;p27"/>
          <p:cNvSpPr txBox="1"/>
          <p:nvPr>
            <p:ph idx="2" type="body"/>
          </p:nvPr>
        </p:nvSpPr>
        <p:spPr>
          <a:xfrm>
            <a:off x="4939500" y="724075"/>
            <a:ext cx="3837000" cy="3695100"/>
          </a:xfrm>
          <a:prstGeom prst="rect">
            <a:avLst/>
          </a:prstGeom>
        </p:spPr>
        <p:txBody>
          <a:bodyPr anchor="ctr"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6" name="Shape 356"/>
        <p:cNvGrpSpPr/>
        <p:nvPr/>
      </p:nvGrpSpPr>
      <p:grpSpPr>
        <a:xfrm>
          <a:off x="0" y="0"/>
          <a:ext cx="0" cy="0"/>
          <a:chOff x="0" y="0"/>
          <a:chExt cx="0" cy="0"/>
        </a:xfrm>
      </p:grpSpPr>
      <p:sp>
        <p:nvSpPr>
          <p:cNvPr id="357" name="Google Shape;357;p28"/>
          <p:cNvSpPr txBox="1"/>
          <p:nvPr>
            <p:ph idx="1" type="body"/>
          </p:nvPr>
        </p:nvSpPr>
        <p:spPr>
          <a:xfrm>
            <a:off x="311700" y="4230575"/>
            <a:ext cx="5998800" cy="605100"/>
          </a:xfrm>
          <a:prstGeom prst="rect">
            <a:avLst/>
          </a:prstGeom>
        </p:spPr>
        <p:txBody>
          <a:bodyPr anchor="ctr" anchorCtr="0" bIns="91425" lIns="91425" numCol="1" rIns="91425" spcFirstLastPara="1" tIns="91425" wrap="square">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8" name="Shape 358"/>
        <p:cNvGrpSpPr/>
        <p:nvPr/>
      </p:nvGrpSpPr>
      <p:grpSpPr>
        <a:xfrm>
          <a:off x="0" y="0"/>
          <a:ext cx="0" cy="0"/>
          <a:chOff x="0" y="0"/>
          <a:chExt cx="0" cy="0"/>
        </a:xfrm>
      </p:grpSpPr>
      <p:sp>
        <p:nvSpPr>
          <p:cNvPr id="359" name="Google Shape;359;p29"/>
          <p:cNvSpPr txBox="1"/>
          <p:nvPr>
            <p:ph hasCustomPrompt="1" type="title"/>
          </p:nvPr>
        </p:nvSpPr>
        <p:spPr>
          <a:xfrm>
            <a:off x="311700" y="1106125"/>
            <a:ext cx="8520600" cy="1963500"/>
          </a:xfrm>
          <a:prstGeom prst="rect">
            <a:avLst/>
          </a:prstGeom>
        </p:spPr>
        <p:txBody>
          <a:bodyPr anchor="b" anchorCtr="0" bIns="91425" lIns="91425" numCol="1" rIns="91425" spcFirstLastPara="1" tIns="91425" wrap="square">
            <a:noAutofit/>
          </a:bodyPr>
          <a:lstStyle>
            <a:lvl1pPr algn="ctr" lvl="0">
              <a:spcBef>
                <a:spcPts val="0"/>
              </a:spcBef>
              <a:spcAft>
                <a:spcPts val="0"/>
              </a:spcAft>
              <a:buSzPts val="12000"/>
              <a:buNone/>
              <a:defRPr sz="12000"/>
            </a:lvl1pPr>
            <a:lvl2pPr algn="ctr" lvl="1">
              <a:spcBef>
                <a:spcPts val="0"/>
              </a:spcBef>
              <a:spcAft>
                <a:spcPts val="0"/>
              </a:spcAft>
              <a:buSzPts val="12000"/>
              <a:buNone/>
              <a:defRPr sz="12000"/>
            </a:lvl2pPr>
            <a:lvl3pPr algn="ctr" lvl="2">
              <a:spcBef>
                <a:spcPts val="0"/>
              </a:spcBef>
              <a:spcAft>
                <a:spcPts val="0"/>
              </a:spcAft>
              <a:buSzPts val="12000"/>
              <a:buNone/>
              <a:defRPr sz="12000"/>
            </a:lvl3pPr>
            <a:lvl4pPr algn="ctr" lvl="3">
              <a:spcBef>
                <a:spcPts val="0"/>
              </a:spcBef>
              <a:spcAft>
                <a:spcPts val="0"/>
              </a:spcAft>
              <a:buSzPts val="12000"/>
              <a:buNone/>
              <a:defRPr sz="12000"/>
            </a:lvl4pPr>
            <a:lvl5pPr algn="ctr" lvl="4">
              <a:spcBef>
                <a:spcPts val="0"/>
              </a:spcBef>
              <a:spcAft>
                <a:spcPts val="0"/>
              </a:spcAft>
              <a:buSzPts val="12000"/>
              <a:buNone/>
              <a:defRPr sz="12000"/>
            </a:lvl5pPr>
            <a:lvl6pPr algn="ctr" lvl="5">
              <a:spcBef>
                <a:spcPts val="0"/>
              </a:spcBef>
              <a:spcAft>
                <a:spcPts val="0"/>
              </a:spcAft>
              <a:buSzPts val="12000"/>
              <a:buNone/>
              <a:defRPr sz="12000"/>
            </a:lvl6pPr>
            <a:lvl7pPr algn="ctr" lvl="6">
              <a:spcBef>
                <a:spcPts val="0"/>
              </a:spcBef>
              <a:spcAft>
                <a:spcPts val="0"/>
              </a:spcAft>
              <a:buSzPts val="12000"/>
              <a:buNone/>
              <a:defRPr sz="12000"/>
            </a:lvl7pPr>
            <a:lvl8pPr algn="ctr" lvl="7">
              <a:spcBef>
                <a:spcPts val="0"/>
              </a:spcBef>
              <a:spcAft>
                <a:spcPts val="0"/>
              </a:spcAft>
              <a:buSzPts val="12000"/>
              <a:buNone/>
              <a:defRPr sz="12000"/>
            </a:lvl8pPr>
            <a:lvl9pPr algn="ctr" lvl="8">
              <a:spcBef>
                <a:spcPts val="0"/>
              </a:spcBef>
              <a:spcAft>
                <a:spcPts val="0"/>
              </a:spcAft>
              <a:buSzPts val="12000"/>
              <a:buNone/>
              <a:defRPr sz="12000"/>
            </a:lvl9pPr>
          </a:lstStyle>
          <a:p>
            <a:r>
              <a:t>xx%</a:t>
            </a:r>
          </a:p>
        </p:txBody>
      </p:sp>
      <p:sp>
        <p:nvSpPr>
          <p:cNvPr id="360" name="Google Shape;360;p29"/>
          <p:cNvSpPr txBox="1"/>
          <p:nvPr>
            <p:ph idx="1" type="body"/>
          </p:nvPr>
        </p:nvSpPr>
        <p:spPr>
          <a:xfrm>
            <a:off x="311700" y="3152225"/>
            <a:ext cx="8520600" cy="1300800"/>
          </a:xfrm>
          <a:prstGeom prst="rect">
            <a:avLst/>
          </a:prstGeom>
        </p:spPr>
        <p:txBody>
          <a:bodyPr anchor="t" anchorCtr="0" bIns="91425" lIns="91425" numCol="1" rIns="91425" spcFirstLastPara="1" tIns="91425" wrap="square">
            <a:noAutofit/>
          </a:bodyPr>
          <a:lstStyle>
            <a:lvl1pPr algn="ctr" indent="-304800" lvl="0" marL="457200">
              <a:spcBef>
                <a:spcPts val="0"/>
              </a:spcBef>
              <a:spcAft>
                <a:spcPts val="0"/>
              </a:spcAft>
              <a:buSzPts val="1200"/>
              <a:buChar char="●"/>
              <a:defRPr/>
            </a:lvl1pPr>
            <a:lvl2pPr algn="ctr" indent="-304800" lvl="1" marL="914400">
              <a:spcBef>
                <a:spcPts val="0"/>
              </a:spcBef>
              <a:spcAft>
                <a:spcPts val="0"/>
              </a:spcAft>
              <a:buSzPts val="1200"/>
              <a:buChar char="○"/>
              <a:defRPr/>
            </a:lvl2pPr>
            <a:lvl3pPr algn="ctr" indent="-304800" lvl="2" marL="1371600">
              <a:spcBef>
                <a:spcPts val="0"/>
              </a:spcBef>
              <a:spcAft>
                <a:spcPts val="0"/>
              </a:spcAft>
              <a:buSzPts val="1200"/>
              <a:buChar char="■"/>
              <a:defRPr/>
            </a:lvl3pPr>
            <a:lvl4pPr algn="ctr" indent="-304800" lvl="3" marL="1828800">
              <a:spcBef>
                <a:spcPts val="0"/>
              </a:spcBef>
              <a:spcAft>
                <a:spcPts val="0"/>
              </a:spcAft>
              <a:buSzPts val="1200"/>
              <a:buChar char="●"/>
              <a:defRPr/>
            </a:lvl4pPr>
            <a:lvl5pPr algn="ctr" indent="-304800" lvl="4" marL="2286000">
              <a:spcBef>
                <a:spcPts val="0"/>
              </a:spcBef>
              <a:spcAft>
                <a:spcPts val="0"/>
              </a:spcAft>
              <a:buSzPts val="1200"/>
              <a:buChar char="○"/>
              <a:defRPr/>
            </a:lvl5pPr>
            <a:lvl6pPr algn="ctr" indent="-304800" lvl="5" marL="2743200">
              <a:spcBef>
                <a:spcPts val="0"/>
              </a:spcBef>
              <a:spcAft>
                <a:spcPts val="0"/>
              </a:spcAft>
              <a:buSzPts val="1200"/>
              <a:buChar char="■"/>
              <a:defRPr/>
            </a:lvl6pPr>
            <a:lvl7pPr algn="ctr" indent="-304800" lvl="6" marL="3200400">
              <a:spcBef>
                <a:spcPts val="0"/>
              </a:spcBef>
              <a:spcAft>
                <a:spcPts val="0"/>
              </a:spcAft>
              <a:buSzPts val="1200"/>
              <a:buChar char="●"/>
              <a:defRPr/>
            </a:lvl7pPr>
            <a:lvl8pPr algn="ctr" indent="-304800" lvl="7" marL="3657600">
              <a:spcBef>
                <a:spcPts val="0"/>
              </a:spcBef>
              <a:spcAft>
                <a:spcPts val="0"/>
              </a:spcAft>
              <a:buSzPts val="1200"/>
              <a:buChar char="○"/>
              <a:defRPr/>
            </a:lvl8pPr>
            <a:lvl9pPr algn="ct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1" name="Shape 36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2" name="Shape 362"/>
        <p:cNvGrpSpPr/>
        <p:nvPr/>
      </p:nvGrpSpPr>
      <p:grpSpPr>
        <a:xfrm>
          <a:off x="0" y="0"/>
          <a:ext cx="0" cy="0"/>
          <a:chOff x="0" y="0"/>
          <a:chExt cx="0" cy="0"/>
        </a:xfrm>
      </p:grpSpPr>
      <p:sp>
        <p:nvSpPr>
          <p:cNvPr id="363" name="Google Shape;363;p31"/>
          <p:cNvSpPr txBox="1"/>
          <p:nvPr>
            <p:ph type="title"/>
          </p:nvPr>
        </p:nvSpPr>
        <p:spPr>
          <a:xfrm>
            <a:off x="677325" y="1832775"/>
            <a:ext cx="3217200" cy="1484100"/>
          </a:xfrm>
          <a:prstGeom prst="rect">
            <a:avLst/>
          </a:prstGeom>
        </p:spPr>
        <p:txBody>
          <a:bodyPr anchor="ctr" anchorCtr="0" bIns="91425" lIns="91425" numCol="1" rIns="91425" spcFirstLastPara="1" tIns="91425" wrap="square">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4" name="Google Shape;364;p31"/>
          <p:cNvSpPr txBox="1"/>
          <p:nvPr>
            <p:ph idx="1" type="subTitle"/>
          </p:nvPr>
        </p:nvSpPr>
        <p:spPr>
          <a:xfrm>
            <a:off x="4406650" y="393750"/>
            <a:ext cx="44097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31"/>
          <p:cNvSpPr txBox="1"/>
          <p:nvPr>
            <p:ph idx="2" type="subTitle"/>
          </p:nvPr>
        </p:nvSpPr>
        <p:spPr>
          <a:xfrm>
            <a:off x="4406650" y="1151705"/>
            <a:ext cx="44097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31"/>
          <p:cNvSpPr txBox="1"/>
          <p:nvPr>
            <p:ph idx="3" type="subTitle"/>
          </p:nvPr>
        </p:nvSpPr>
        <p:spPr>
          <a:xfrm>
            <a:off x="4406650" y="3425570"/>
            <a:ext cx="44097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7" name="Google Shape;367;p31"/>
          <p:cNvSpPr txBox="1"/>
          <p:nvPr>
            <p:ph idx="4" type="subTitle"/>
          </p:nvPr>
        </p:nvSpPr>
        <p:spPr>
          <a:xfrm>
            <a:off x="4406650" y="1909660"/>
            <a:ext cx="44097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1"/>
          <p:cNvSpPr txBox="1"/>
          <p:nvPr>
            <p:ph idx="5" type="subTitle"/>
          </p:nvPr>
        </p:nvSpPr>
        <p:spPr>
          <a:xfrm>
            <a:off x="4406650" y="4183525"/>
            <a:ext cx="44097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31"/>
          <p:cNvSpPr txBox="1"/>
          <p:nvPr>
            <p:ph idx="6" type="subTitle"/>
          </p:nvPr>
        </p:nvSpPr>
        <p:spPr>
          <a:xfrm>
            <a:off x="4406650" y="2667615"/>
            <a:ext cx="44097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0" name="Shape 370"/>
        <p:cNvGrpSpPr/>
        <p:nvPr/>
      </p:nvGrpSpPr>
      <p:grpSpPr>
        <a:xfrm>
          <a:off x="0" y="0"/>
          <a:ext cx="0" cy="0"/>
          <a:chOff x="0" y="0"/>
          <a:chExt cx="0" cy="0"/>
        </a:xfrm>
      </p:grpSpPr>
      <p:sp>
        <p:nvSpPr>
          <p:cNvPr id="371" name="Google Shape;371;p32"/>
          <p:cNvSpPr txBox="1"/>
          <p:nvPr>
            <p:ph type="title"/>
          </p:nvPr>
        </p:nvSpPr>
        <p:spPr>
          <a:xfrm>
            <a:off x="311700" y="445025"/>
            <a:ext cx="8520600" cy="572700"/>
          </a:xfrm>
          <a:prstGeom prst="rect">
            <a:avLst/>
          </a:prstGeom>
        </p:spPr>
        <p:txBody>
          <a:bodyPr anchor="t"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2" name="Google Shape;372;p32"/>
          <p:cNvSpPr txBox="1"/>
          <p:nvPr>
            <p:ph idx="1" type="body"/>
          </p:nvPr>
        </p:nvSpPr>
        <p:spPr>
          <a:xfrm>
            <a:off x="311700" y="1152475"/>
            <a:ext cx="4473900" cy="3416400"/>
          </a:xfrm>
          <a:prstGeom prst="rect">
            <a:avLst/>
          </a:prstGeom>
        </p:spPr>
        <p:txBody>
          <a:bodyPr anchor="t" anchorCtr="0" bIns="91425" lIns="91425" numCol="1" rIns="91425" spcFirstLastPara="1" tIns="91425" wrap="square">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3" name="Google Shape;373;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4" name="Shape 374"/>
        <p:cNvGrpSpPr/>
        <p:nvPr/>
      </p:nvGrpSpPr>
      <p:grpSpPr>
        <a:xfrm>
          <a:off x="0" y="0"/>
          <a:ext cx="0" cy="0"/>
          <a:chOff x="0" y="0"/>
          <a:chExt cx="0" cy="0"/>
        </a:xfrm>
      </p:grpSpPr>
      <p:sp>
        <p:nvSpPr>
          <p:cNvPr id="375" name="Google Shape;375;p33"/>
          <p:cNvSpPr txBox="1"/>
          <p:nvPr>
            <p:ph type="title"/>
          </p:nvPr>
        </p:nvSpPr>
        <p:spPr>
          <a:xfrm>
            <a:off x="483175" y="450025"/>
            <a:ext cx="8184600" cy="758100"/>
          </a:xfrm>
          <a:prstGeom prst="rect">
            <a:avLst/>
          </a:prstGeom>
        </p:spPr>
        <p:txBody>
          <a:bodyPr anchor="ctr"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76" name="Google Shape;376;p33"/>
          <p:cNvSpPr txBox="1"/>
          <p:nvPr>
            <p:ph idx="1" type="body"/>
          </p:nvPr>
        </p:nvSpPr>
        <p:spPr>
          <a:xfrm>
            <a:off x="483150" y="2237788"/>
            <a:ext cx="3619800" cy="2373600"/>
          </a:xfrm>
          <a:prstGeom prst="rect">
            <a:avLst/>
          </a:prstGeom>
        </p:spPr>
        <p:txBody>
          <a:bodyPr anchor="t" anchorCtr="0" bIns="91425" lIns="91425" numCol="1" rIns="91425" spcFirstLastPara="1" tIns="91425" wrap="square">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7" name="Google Shape;377;p33"/>
          <p:cNvSpPr txBox="1"/>
          <p:nvPr>
            <p:ph idx="2" type="body"/>
          </p:nvPr>
        </p:nvSpPr>
        <p:spPr>
          <a:xfrm>
            <a:off x="5048000" y="2237788"/>
            <a:ext cx="3619800" cy="23736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8" name="Google Shape;378;p33"/>
          <p:cNvSpPr txBox="1"/>
          <p:nvPr>
            <p:ph idx="3" type="subTitle"/>
          </p:nvPr>
        </p:nvSpPr>
        <p:spPr>
          <a:xfrm>
            <a:off x="483150" y="1336161"/>
            <a:ext cx="36198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33"/>
          <p:cNvSpPr txBox="1"/>
          <p:nvPr>
            <p:ph idx="4" type="subTitle"/>
          </p:nvPr>
        </p:nvSpPr>
        <p:spPr>
          <a:xfrm>
            <a:off x="5048000" y="1336161"/>
            <a:ext cx="3619800" cy="5427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0" name="Shape 380"/>
        <p:cNvGrpSpPr/>
        <p:nvPr/>
      </p:nvGrpSpPr>
      <p:grpSpPr>
        <a:xfrm>
          <a:off x="0" y="0"/>
          <a:ext cx="0" cy="0"/>
          <a:chOff x="0" y="0"/>
          <a:chExt cx="0" cy="0"/>
        </a:xfrm>
      </p:grpSpPr>
      <p:sp>
        <p:nvSpPr>
          <p:cNvPr id="381" name="Google Shape;381;p34"/>
          <p:cNvSpPr txBox="1"/>
          <p:nvPr>
            <p:ph idx="1" type="body"/>
          </p:nvPr>
        </p:nvSpPr>
        <p:spPr>
          <a:xfrm>
            <a:off x="483175" y="2417500"/>
            <a:ext cx="2455500" cy="2373600"/>
          </a:xfrm>
          <a:prstGeom prst="rect">
            <a:avLst/>
          </a:prstGeom>
        </p:spPr>
        <p:txBody>
          <a:bodyPr anchor="t" anchorCtr="0" bIns="91425" lIns="91425" numCol="1" rIns="91425" spcFirstLastPara="1" tIns="91425" wrap="square">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82" name="Google Shape;382;p34"/>
          <p:cNvSpPr txBox="1"/>
          <p:nvPr>
            <p:ph idx="2" type="body"/>
          </p:nvPr>
        </p:nvSpPr>
        <p:spPr>
          <a:xfrm>
            <a:off x="3347725" y="2417500"/>
            <a:ext cx="2455500" cy="23736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34"/>
          <p:cNvSpPr txBox="1"/>
          <p:nvPr>
            <p:ph type="title"/>
          </p:nvPr>
        </p:nvSpPr>
        <p:spPr>
          <a:xfrm>
            <a:off x="483175" y="450025"/>
            <a:ext cx="8184600" cy="758100"/>
          </a:xfrm>
          <a:prstGeom prst="rect">
            <a:avLst/>
          </a:prstGeom>
        </p:spPr>
        <p:txBody>
          <a:bodyPr anchor="ctr"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4" name="Google Shape;384;p34"/>
          <p:cNvSpPr txBox="1"/>
          <p:nvPr>
            <p:ph idx="3" type="subTitle"/>
          </p:nvPr>
        </p:nvSpPr>
        <p:spPr>
          <a:xfrm>
            <a:off x="483175" y="1336150"/>
            <a:ext cx="2455500" cy="7785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4"/>
          <p:cNvSpPr txBox="1"/>
          <p:nvPr>
            <p:ph idx="4" type="subTitle"/>
          </p:nvPr>
        </p:nvSpPr>
        <p:spPr>
          <a:xfrm>
            <a:off x="3347725" y="1336150"/>
            <a:ext cx="2455500" cy="7785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4"/>
          <p:cNvSpPr txBox="1"/>
          <p:nvPr>
            <p:ph idx="5" type="subTitle"/>
          </p:nvPr>
        </p:nvSpPr>
        <p:spPr>
          <a:xfrm>
            <a:off x="6212275" y="1336150"/>
            <a:ext cx="2455500" cy="7785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7" name="Google Shape;387;p34"/>
          <p:cNvSpPr txBox="1"/>
          <p:nvPr>
            <p:ph idx="6" type="body"/>
          </p:nvPr>
        </p:nvSpPr>
        <p:spPr>
          <a:xfrm>
            <a:off x="6212275" y="2417500"/>
            <a:ext cx="2455500" cy="23736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8" name="Shape 388"/>
        <p:cNvGrpSpPr/>
        <p:nvPr/>
      </p:nvGrpSpPr>
      <p:grpSpPr>
        <a:xfrm>
          <a:off x="0" y="0"/>
          <a:ext cx="0" cy="0"/>
          <a:chOff x="0" y="0"/>
          <a:chExt cx="0" cy="0"/>
        </a:xfrm>
      </p:grpSpPr>
      <p:sp>
        <p:nvSpPr>
          <p:cNvPr id="389" name="Google Shape;389;p35"/>
          <p:cNvSpPr txBox="1"/>
          <p:nvPr>
            <p:ph idx="1" type="body"/>
          </p:nvPr>
        </p:nvSpPr>
        <p:spPr>
          <a:xfrm>
            <a:off x="366725" y="1759093"/>
            <a:ext cx="3838500" cy="1138500"/>
          </a:xfrm>
          <a:prstGeom prst="rect">
            <a:avLst/>
          </a:prstGeom>
        </p:spPr>
        <p:txBody>
          <a:bodyPr anchor="t" anchorCtr="0" bIns="91425" lIns="91425" numCol="1" rIns="91425" spcFirstLastPara="1" tIns="91425" wrap="square">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0" name="Google Shape;390;p35"/>
          <p:cNvSpPr txBox="1"/>
          <p:nvPr>
            <p:ph idx="2" type="body"/>
          </p:nvPr>
        </p:nvSpPr>
        <p:spPr>
          <a:xfrm>
            <a:off x="4938725" y="1759093"/>
            <a:ext cx="3838500" cy="1138500"/>
          </a:xfrm>
          <a:prstGeom prst="rect">
            <a:avLst/>
          </a:prstGeom>
        </p:spPr>
        <p:txBody>
          <a:bodyPr anchor="t" anchorCtr="0" bIns="91425" lIns="91425" numCol="1" rIns="91425" spcFirstLastPara="1" tIns="91425" wrap="square">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1" name="Google Shape;391;p35"/>
          <p:cNvSpPr txBox="1"/>
          <p:nvPr>
            <p:ph idx="3" type="body"/>
          </p:nvPr>
        </p:nvSpPr>
        <p:spPr>
          <a:xfrm>
            <a:off x="366750" y="3648575"/>
            <a:ext cx="3838500" cy="1138500"/>
          </a:xfrm>
          <a:prstGeom prst="rect">
            <a:avLst/>
          </a:prstGeom>
        </p:spPr>
        <p:txBody>
          <a:bodyPr anchor="t" anchorCtr="0" bIns="91425" lIns="91425" numCol="1" rIns="91425" spcFirstLastPara="1" tIns="91425" wrap="square">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2" name="Google Shape;392;p35"/>
          <p:cNvSpPr txBox="1"/>
          <p:nvPr>
            <p:ph idx="4" type="body"/>
          </p:nvPr>
        </p:nvSpPr>
        <p:spPr>
          <a:xfrm>
            <a:off x="4938750" y="3648575"/>
            <a:ext cx="3838500" cy="1138500"/>
          </a:xfrm>
          <a:prstGeom prst="rect">
            <a:avLst/>
          </a:prstGeom>
        </p:spPr>
        <p:txBody>
          <a:bodyPr anchor="t" anchorCtr="0" bIns="91425" lIns="91425" numCol="1" rIns="91425" spcFirstLastPara="1" tIns="91425" wrap="square">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3" name="Google Shape;393;p35"/>
          <p:cNvSpPr txBox="1"/>
          <p:nvPr>
            <p:ph type="title"/>
          </p:nvPr>
        </p:nvSpPr>
        <p:spPr>
          <a:xfrm>
            <a:off x="366750" y="450025"/>
            <a:ext cx="8184600" cy="758100"/>
          </a:xfrm>
          <a:prstGeom prst="rect">
            <a:avLst/>
          </a:prstGeom>
        </p:spPr>
        <p:txBody>
          <a:bodyPr anchor="ctr"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4" name="Google Shape;394;p35"/>
          <p:cNvSpPr txBox="1"/>
          <p:nvPr>
            <p:ph idx="5" type="subTitle"/>
          </p:nvPr>
        </p:nvSpPr>
        <p:spPr>
          <a:xfrm>
            <a:off x="366763" y="1277907"/>
            <a:ext cx="38385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35"/>
          <p:cNvSpPr txBox="1"/>
          <p:nvPr>
            <p:ph idx="6" type="subTitle"/>
          </p:nvPr>
        </p:nvSpPr>
        <p:spPr>
          <a:xfrm>
            <a:off x="4938738" y="1277907"/>
            <a:ext cx="38385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6" name="Google Shape;396;p35"/>
          <p:cNvSpPr txBox="1"/>
          <p:nvPr>
            <p:ph idx="7" type="subTitle"/>
          </p:nvPr>
        </p:nvSpPr>
        <p:spPr>
          <a:xfrm>
            <a:off x="4938761" y="3167363"/>
            <a:ext cx="38385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7" name="Google Shape;397;p35"/>
          <p:cNvSpPr txBox="1"/>
          <p:nvPr>
            <p:ph idx="8" type="subTitle"/>
          </p:nvPr>
        </p:nvSpPr>
        <p:spPr>
          <a:xfrm>
            <a:off x="366750" y="3167363"/>
            <a:ext cx="38385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8" name="Shape 398"/>
        <p:cNvGrpSpPr/>
        <p:nvPr/>
      </p:nvGrpSpPr>
      <p:grpSpPr>
        <a:xfrm>
          <a:off x="0" y="0"/>
          <a:ext cx="0" cy="0"/>
          <a:chOff x="0" y="0"/>
          <a:chExt cx="0" cy="0"/>
        </a:xfrm>
      </p:grpSpPr>
      <p:sp>
        <p:nvSpPr>
          <p:cNvPr id="399" name="Google Shape;399;p36"/>
          <p:cNvSpPr txBox="1"/>
          <p:nvPr>
            <p:ph type="title"/>
          </p:nvPr>
        </p:nvSpPr>
        <p:spPr>
          <a:xfrm>
            <a:off x="311700" y="445025"/>
            <a:ext cx="8520600" cy="572700"/>
          </a:xfrm>
          <a:prstGeom prst="rect">
            <a:avLst/>
          </a:prstGeom>
        </p:spPr>
        <p:txBody>
          <a:bodyPr anchor="t"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0" name="Google Shape;400;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1" name="Shape 401"/>
        <p:cNvGrpSpPr/>
        <p:nvPr/>
      </p:nvGrpSpPr>
      <p:grpSpPr>
        <a:xfrm>
          <a:off x="0" y="0"/>
          <a:ext cx="0" cy="0"/>
          <a:chOff x="0" y="0"/>
          <a:chExt cx="0" cy="0"/>
        </a:xfrm>
      </p:grpSpPr>
      <p:sp>
        <p:nvSpPr>
          <p:cNvPr id="402" name="Google Shape;402;p37"/>
          <p:cNvSpPr txBox="1"/>
          <p:nvPr>
            <p:ph idx="1" type="body"/>
          </p:nvPr>
        </p:nvSpPr>
        <p:spPr>
          <a:xfrm>
            <a:off x="311700" y="4080225"/>
            <a:ext cx="4027500" cy="926100"/>
          </a:xfrm>
          <a:prstGeom prst="rect">
            <a:avLst/>
          </a:prstGeom>
        </p:spPr>
        <p:txBody>
          <a:bodyPr anchor="t" anchorCtr="0" bIns="91425" lIns="91425" numCol="1" rIns="91425" spcFirstLastPara="1" tIns="91425" wrap="square">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3" name="Google Shape;403;p37"/>
          <p:cNvSpPr/>
          <p:nvPr>
            <p:ph idx="2" type="pic"/>
          </p:nvPr>
        </p:nvSpPr>
        <p:spPr>
          <a:xfrm>
            <a:off x="4804825" y="1133300"/>
            <a:ext cx="4027500" cy="2392800"/>
          </a:xfrm>
          <a:prstGeom prst="rect">
            <a:avLst/>
          </a:prstGeom>
          <a:noFill/>
          <a:ln>
            <a:noFill/>
          </a:ln>
        </p:spPr>
      </p:sp>
      <p:sp>
        <p:nvSpPr>
          <p:cNvPr id="404" name="Google Shape;404;p37"/>
          <p:cNvSpPr/>
          <p:nvPr>
            <p:ph idx="3" type="pic"/>
          </p:nvPr>
        </p:nvSpPr>
        <p:spPr>
          <a:xfrm>
            <a:off x="311725" y="1133300"/>
            <a:ext cx="4027500" cy="2392800"/>
          </a:xfrm>
          <a:prstGeom prst="rect">
            <a:avLst/>
          </a:prstGeom>
          <a:noFill/>
          <a:ln>
            <a:noFill/>
          </a:ln>
        </p:spPr>
      </p:sp>
      <p:sp>
        <p:nvSpPr>
          <p:cNvPr id="405" name="Google Shape;405;p37"/>
          <p:cNvSpPr txBox="1"/>
          <p:nvPr>
            <p:ph idx="4" type="body"/>
          </p:nvPr>
        </p:nvSpPr>
        <p:spPr>
          <a:xfrm>
            <a:off x="4804825" y="4080225"/>
            <a:ext cx="4027500" cy="9261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6" name="Google Shape;406;p37"/>
          <p:cNvSpPr txBox="1"/>
          <p:nvPr>
            <p:ph type="title"/>
          </p:nvPr>
        </p:nvSpPr>
        <p:spPr>
          <a:xfrm>
            <a:off x="311700" y="445025"/>
            <a:ext cx="8520600" cy="572700"/>
          </a:xfrm>
          <a:prstGeom prst="rect">
            <a:avLst/>
          </a:prstGeom>
        </p:spPr>
        <p:txBody>
          <a:bodyPr anchor="t"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07" name="Google Shape;407;p37"/>
          <p:cNvSpPr txBox="1"/>
          <p:nvPr>
            <p:ph idx="5" type="subTitle"/>
          </p:nvPr>
        </p:nvSpPr>
        <p:spPr>
          <a:xfrm>
            <a:off x="311725" y="3582900"/>
            <a:ext cx="40275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37"/>
          <p:cNvSpPr txBox="1"/>
          <p:nvPr>
            <p:ph idx="6" type="subTitle"/>
          </p:nvPr>
        </p:nvSpPr>
        <p:spPr>
          <a:xfrm>
            <a:off x="4804825" y="3582900"/>
            <a:ext cx="40275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09" name="Shape 409"/>
        <p:cNvGrpSpPr/>
        <p:nvPr/>
      </p:nvGrpSpPr>
      <p:grpSpPr>
        <a:xfrm>
          <a:off x="0" y="0"/>
          <a:ext cx="0" cy="0"/>
          <a:chOff x="0" y="0"/>
          <a:chExt cx="0" cy="0"/>
        </a:xfrm>
      </p:grpSpPr>
      <p:sp>
        <p:nvSpPr>
          <p:cNvPr id="410" name="Google Shape;410;p38"/>
          <p:cNvSpPr txBox="1"/>
          <p:nvPr>
            <p:ph idx="1" type="body"/>
          </p:nvPr>
        </p:nvSpPr>
        <p:spPr>
          <a:xfrm>
            <a:off x="311700" y="3911700"/>
            <a:ext cx="2627100" cy="1018500"/>
          </a:xfrm>
          <a:prstGeom prst="rect">
            <a:avLst/>
          </a:prstGeom>
        </p:spPr>
        <p:txBody>
          <a:bodyPr anchor="t" anchorCtr="0" bIns="91425" lIns="91425" numCol="1" rIns="91425" spcFirstLastPara="1" tIns="91425" wrap="square">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11" name="Google Shape;411;p38"/>
          <p:cNvSpPr/>
          <p:nvPr>
            <p:ph idx="2" type="pic"/>
          </p:nvPr>
        </p:nvSpPr>
        <p:spPr>
          <a:xfrm>
            <a:off x="6205225" y="1128325"/>
            <a:ext cx="2627100" cy="2273100"/>
          </a:xfrm>
          <a:prstGeom prst="rect">
            <a:avLst/>
          </a:prstGeom>
          <a:noFill/>
          <a:ln>
            <a:noFill/>
          </a:ln>
        </p:spPr>
      </p:sp>
      <p:sp>
        <p:nvSpPr>
          <p:cNvPr id="412" name="Google Shape;412;p38"/>
          <p:cNvSpPr/>
          <p:nvPr>
            <p:ph idx="3" type="pic"/>
          </p:nvPr>
        </p:nvSpPr>
        <p:spPr>
          <a:xfrm>
            <a:off x="311725" y="1128325"/>
            <a:ext cx="2627100" cy="2273100"/>
          </a:xfrm>
          <a:prstGeom prst="rect">
            <a:avLst/>
          </a:prstGeom>
          <a:noFill/>
          <a:ln>
            <a:noFill/>
          </a:ln>
        </p:spPr>
      </p:sp>
      <p:sp>
        <p:nvSpPr>
          <p:cNvPr id="413" name="Google Shape;413;p38"/>
          <p:cNvSpPr txBox="1"/>
          <p:nvPr>
            <p:ph idx="4" type="body"/>
          </p:nvPr>
        </p:nvSpPr>
        <p:spPr>
          <a:xfrm>
            <a:off x="6205225" y="3911700"/>
            <a:ext cx="2627100" cy="10185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4" name="Google Shape;414;p38"/>
          <p:cNvSpPr/>
          <p:nvPr>
            <p:ph idx="5" type="pic"/>
          </p:nvPr>
        </p:nvSpPr>
        <p:spPr>
          <a:xfrm>
            <a:off x="3255250" y="1128325"/>
            <a:ext cx="2627100" cy="2273100"/>
          </a:xfrm>
          <a:prstGeom prst="rect">
            <a:avLst/>
          </a:prstGeom>
          <a:noFill/>
          <a:ln>
            <a:noFill/>
          </a:ln>
        </p:spPr>
      </p:sp>
      <p:sp>
        <p:nvSpPr>
          <p:cNvPr id="415" name="Google Shape;415;p38"/>
          <p:cNvSpPr txBox="1"/>
          <p:nvPr>
            <p:ph idx="6" type="body"/>
          </p:nvPr>
        </p:nvSpPr>
        <p:spPr>
          <a:xfrm>
            <a:off x="3255250" y="3911700"/>
            <a:ext cx="2627100" cy="1018500"/>
          </a:xfrm>
          <a:prstGeom prst="rect">
            <a:avLst/>
          </a:prstGeom>
        </p:spPr>
        <p:txBody>
          <a:bodyPr anchor="t" anchorCtr="0" bIns="91425" lIns="91425" numCol="1" rIns="91425" spcFirstLastPara="1" tIns="91425" wrap="square">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16" name="Google Shape;416;p38"/>
          <p:cNvSpPr txBox="1"/>
          <p:nvPr>
            <p:ph type="title"/>
          </p:nvPr>
        </p:nvSpPr>
        <p:spPr>
          <a:xfrm>
            <a:off x="311700" y="445025"/>
            <a:ext cx="8520600" cy="572700"/>
          </a:xfrm>
          <a:prstGeom prst="rect">
            <a:avLst/>
          </a:prstGeom>
        </p:spPr>
        <p:txBody>
          <a:bodyPr anchor="t" anchorCtr="0" bIns="91425" lIns="91425" numCol="1" rIns="91425" spcFirstLastPara="1" tIns="91425" wrap="square">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17" name="Google Shape;417;p38"/>
          <p:cNvSpPr txBox="1"/>
          <p:nvPr>
            <p:ph idx="7" type="subTitle"/>
          </p:nvPr>
        </p:nvSpPr>
        <p:spPr>
          <a:xfrm>
            <a:off x="311725" y="3430500"/>
            <a:ext cx="26271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8" name="Google Shape;418;p38"/>
          <p:cNvSpPr txBox="1"/>
          <p:nvPr>
            <p:ph idx="8" type="subTitle"/>
          </p:nvPr>
        </p:nvSpPr>
        <p:spPr>
          <a:xfrm>
            <a:off x="6205225" y="3430500"/>
            <a:ext cx="26271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9" name="Google Shape;419;p38"/>
          <p:cNvSpPr txBox="1"/>
          <p:nvPr>
            <p:ph idx="9" type="subTitle"/>
          </p:nvPr>
        </p:nvSpPr>
        <p:spPr>
          <a:xfrm>
            <a:off x="3255250" y="3430500"/>
            <a:ext cx="2627100" cy="481200"/>
          </a:xfrm>
          <a:prstGeom prst="rect">
            <a:avLst/>
          </a:prstGeom>
        </p:spPr>
        <p:txBody>
          <a:bodyPr anchor="t" anchorCtr="0" bIns="91425" lIns="91425" numCol="1" rIns="91425" spcFirstLastPara="1" tIns="91425" wrap="square">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0" name="Shape 420"/>
        <p:cNvGrpSpPr/>
        <p:nvPr/>
      </p:nvGrpSpPr>
      <p:grpSpPr>
        <a:xfrm>
          <a:off x="0" y="0"/>
          <a:ext cx="0" cy="0"/>
          <a:chOff x="0" y="0"/>
          <a:chExt cx="0" cy="0"/>
        </a:xfrm>
      </p:grpSpPr>
      <p:sp>
        <p:nvSpPr>
          <p:cNvPr id="421" name="Google Shape;421;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2" name="Shape 422"/>
        <p:cNvGrpSpPr/>
        <p:nvPr/>
      </p:nvGrpSpPr>
      <p:grpSpPr>
        <a:xfrm>
          <a:off x="0" y="0"/>
          <a:ext cx="0" cy="0"/>
          <a:chOff x="0" y="0"/>
          <a:chExt cx="0" cy="0"/>
        </a:xfrm>
      </p:grpSpPr>
      <p:sp>
        <p:nvSpPr>
          <p:cNvPr id="423" name="Google Shape;423;p40"/>
          <p:cNvSpPr/>
          <p:nvPr>
            <p:ph idx="2" type="pic"/>
          </p:nvPr>
        </p:nvSpPr>
        <p:spPr>
          <a:xfrm>
            <a:off x="3389600" y="118913"/>
            <a:ext cx="1643700" cy="1535100"/>
          </a:xfrm>
          <a:prstGeom prst="rect">
            <a:avLst/>
          </a:prstGeom>
          <a:noFill/>
          <a:ln>
            <a:noFill/>
          </a:ln>
        </p:spPr>
      </p:sp>
      <p:sp>
        <p:nvSpPr>
          <p:cNvPr id="424" name="Google Shape;424;p40"/>
          <p:cNvSpPr/>
          <p:nvPr>
            <p:ph idx="3" type="pic"/>
          </p:nvPr>
        </p:nvSpPr>
        <p:spPr>
          <a:xfrm>
            <a:off x="5195935" y="118913"/>
            <a:ext cx="1643700" cy="1535100"/>
          </a:xfrm>
          <a:prstGeom prst="rect">
            <a:avLst/>
          </a:prstGeom>
          <a:noFill/>
          <a:ln>
            <a:noFill/>
          </a:ln>
        </p:spPr>
      </p:sp>
      <p:sp>
        <p:nvSpPr>
          <p:cNvPr id="425" name="Google Shape;425;p40"/>
          <p:cNvSpPr/>
          <p:nvPr>
            <p:ph idx="4" type="pic"/>
          </p:nvPr>
        </p:nvSpPr>
        <p:spPr>
          <a:xfrm>
            <a:off x="7002270" y="118913"/>
            <a:ext cx="1643700" cy="1535100"/>
          </a:xfrm>
          <a:prstGeom prst="rect">
            <a:avLst/>
          </a:prstGeom>
          <a:noFill/>
          <a:ln>
            <a:noFill/>
          </a:ln>
        </p:spPr>
      </p:sp>
      <p:sp>
        <p:nvSpPr>
          <p:cNvPr id="426" name="Google Shape;426;p40"/>
          <p:cNvSpPr/>
          <p:nvPr>
            <p:ph idx="5" type="pic"/>
          </p:nvPr>
        </p:nvSpPr>
        <p:spPr>
          <a:xfrm>
            <a:off x="3389588" y="1804212"/>
            <a:ext cx="1643700" cy="1535100"/>
          </a:xfrm>
          <a:prstGeom prst="rect">
            <a:avLst/>
          </a:prstGeom>
          <a:noFill/>
          <a:ln>
            <a:noFill/>
          </a:ln>
        </p:spPr>
      </p:sp>
      <p:sp>
        <p:nvSpPr>
          <p:cNvPr id="427" name="Google Shape;427;p40"/>
          <p:cNvSpPr/>
          <p:nvPr>
            <p:ph idx="6" type="pic"/>
          </p:nvPr>
        </p:nvSpPr>
        <p:spPr>
          <a:xfrm>
            <a:off x="5195922" y="1804212"/>
            <a:ext cx="1643700" cy="1535100"/>
          </a:xfrm>
          <a:prstGeom prst="rect">
            <a:avLst/>
          </a:prstGeom>
          <a:noFill/>
          <a:ln>
            <a:noFill/>
          </a:ln>
        </p:spPr>
      </p:sp>
      <p:sp>
        <p:nvSpPr>
          <p:cNvPr id="428" name="Google Shape;428;p40"/>
          <p:cNvSpPr/>
          <p:nvPr>
            <p:ph idx="7" type="pic"/>
          </p:nvPr>
        </p:nvSpPr>
        <p:spPr>
          <a:xfrm>
            <a:off x="7002257" y="1804212"/>
            <a:ext cx="1643700" cy="1535100"/>
          </a:xfrm>
          <a:prstGeom prst="rect">
            <a:avLst/>
          </a:prstGeom>
          <a:noFill/>
          <a:ln>
            <a:noFill/>
          </a:ln>
        </p:spPr>
      </p:sp>
      <p:sp>
        <p:nvSpPr>
          <p:cNvPr id="429" name="Google Shape;429;p40"/>
          <p:cNvSpPr txBox="1"/>
          <p:nvPr>
            <p:ph type="title"/>
          </p:nvPr>
        </p:nvSpPr>
        <p:spPr>
          <a:xfrm>
            <a:off x="351550" y="445025"/>
            <a:ext cx="2596800" cy="1706400"/>
          </a:xfrm>
          <a:prstGeom prst="rect">
            <a:avLst/>
          </a:prstGeom>
        </p:spPr>
        <p:txBody>
          <a:bodyPr anchor="t" anchorCtr="0" bIns="91425" lIns="91425" numCol="1" rIns="91425" spcFirstLastPara="1" tIns="91425" wrap="square">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0" name="Google Shape;430;p40"/>
          <p:cNvSpPr/>
          <p:nvPr>
            <p:ph idx="8" type="pic"/>
          </p:nvPr>
        </p:nvSpPr>
        <p:spPr>
          <a:xfrm>
            <a:off x="3389588" y="3489487"/>
            <a:ext cx="1643700" cy="1535100"/>
          </a:xfrm>
          <a:prstGeom prst="rect">
            <a:avLst/>
          </a:prstGeom>
          <a:noFill/>
          <a:ln>
            <a:noFill/>
          </a:ln>
        </p:spPr>
      </p:sp>
      <p:sp>
        <p:nvSpPr>
          <p:cNvPr id="431" name="Google Shape;431;p40"/>
          <p:cNvSpPr/>
          <p:nvPr>
            <p:ph idx="9" type="pic"/>
          </p:nvPr>
        </p:nvSpPr>
        <p:spPr>
          <a:xfrm>
            <a:off x="5195922" y="3489487"/>
            <a:ext cx="1643700" cy="1535100"/>
          </a:xfrm>
          <a:prstGeom prst="rect">
            <a:avLst/>
          </a:prstGeom>
          <a:noFill/>
          <a:ln>
            <a:noFill/>
          </a:ln>
        </p:spPr>
      </p:sp>
      <p:sp>
        <p:nvSpPr>
          <p:cNvPr id="432" name="Google Shape;432;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39" Target="../slideLayouts/slideLayout38.xml" Type="http://schemas.openxmlformats.org/officeDocument/2006/relationships/slideLayout"/><Relationship Id="rId38" Target="../slideLayouts/slideLayout37.xml" Type="http://schemas.openxmlformats.org/officeDocument/2006/relationships/slideLayout"/><Relationship Id="rId37" Target="../slideLayouts/slideLayout36.xml" Type="http://schemas.openxmlformats.org/officeDocument/2006/relationships/slideLayout"/><Relationship Id="rId36" Target="../slideLayouts/slideLayout35.xml" Type="http://schemas.openxmlformats.org/officeDocument/2006/relationships/slideLayout"/><Relationship Id="rId35" Target="../slideLayouts/slideLayout34.xml" Type="http://schemas.openxmlformats.org/officeDocument/2006/relationships/slideLayout"/><Relationship Id="rId34" Target="../slideLayouts/slideLayout33.xml" Type="http://schemas.openxmlformats.org/officeDocument/2006/relationships/slideLayout"/><Relationship Id="rId33" Target="../slideLayouts/slideLayout32.xml" Type="http://schemas.openxmlformats.org/officeDocument/2006/relationships/slideLayout"/><Relationship Id="rId32" Target="../slideLayouts/slideLayout31.xml" Type="http://schemas.openxmlformats.org/officeDocument/2006/relationships/slideLayout"/><Relationship Id="rId31" Target="../slideLayouts/slideLayout30.xml" Type="http://schemas.openxmlformats.org/officeDocument/2006/relationships/slideLayout"/><Relationship Id="rId30" Target="../slideLayouts/slideLayout29.xml" Type="http://schemas.openxmlformats.org/officeDocument/2006/relationships/slideLayout"/><Relationship Id="rId27" Target="../slideLayouts/slideLayout26.xml" Type="http://schemas.openxmlformats.org/officeDocument/2006/relationships/slideLayout"/><Relationship Id="rId26" Target="../slideLayouts/slideLayout25.xml" Type="http://schemas.openxmlformats.org/officeDocument/2006/relationships/slideLayout"/><Relationship Id="rId25" Target="../slideLayouts/slideLayout24.xml" Type="http://schemas.openxmlformats.org/officeDocument/2006/relationships/slideLayout"/><Relationship Id="rId24" Target="../slideLayouts/slideLayout23.xml" Type="http://schemas.openxmlformats.org/officeDocument/2006/relationships/slideLayout"/><Relationship Id="rId21" Target="../slideLayouts/slideLayout20.xml" Type="http://schemas.openxmlformats.org/officeDocument/2006/relationships/slideLayout"/><Relationship Id="rId19" Target="../slideLayouts/slideLayout18.xml" Type="http://schemas.openxmlformats.org/officeDocument/2006/relationships/slideLayout"/><Relationship Id="rId20" Target="../slideLayouts/slideLayout19.xml" Type="http://schemas.openxmlformats.org/officeDocument/2006/relationships/slideLayout"/><Relationship Id="rId18" Target="../slideLayouts/slideLayout17.xml" Type="http://schemas.openxmlformats.org/officeDocument/2006/relationships/slideLayout"/><Relationship Id="rId17" Target="../slideLayouts/slideLayout16.xml" Type="http://schemas.openxmlformats.org/officeDocument/2006/relationships/slideLayout"/><Relationship Id="rId16" Target="../slideLayouts/slideLayout15.xml" Type="http://schemas.openxmlformats.org/officeDocument/2006/relationships/slideLayout"/><Relationship Id="rId15" Target="../slideLayouts/slideLayout14.xml" Type="http://schemas.openxmlformats.org/officeDocument/2006/relationships/slideLayout"/><Relationship Id="rId14" Target="../slideLayouts/slideLayout13.xml" Type="http://schemas.openxmlformats.org/officeDocument/2006/relationships/slideLayout"/><Relationship Id="rId13" Target="../slideLayouts/slideLayout12.xml" Type="http://schemas.openxmlformats.org/officeDocument/2006/relationships/slideLayout"/><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40" Target="../slideLayouts/slideLayout3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3" Target="../slideLayouts/slideLayout22.xml" Type="http://schemas.openxmlformats.org/officeDocument/2006/relationships/slideLayout"/><Relationship Id="rId29" Target="../slideLayouts/slideLayout28.xml" Type="http://schemas.openxmlformats.org/officeDocument/2006/relationships/slideLayout"/><Relationship Id="rId2" Target="../slideLayouts/slideLayout1.xml" Type="http://schemas.openxmlformats.org/officeDocument/2006/relationships/slideLayout"/><Relationship Id="rId22" Target="../slideLayouts/slideLayout21.xml" Type="http://schemas.openxmlformats.org/officeDocument/2006/relationships/slideLayout"/><Relationship Id="rId28" Target="../slideLayouts/slideLayout27.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t" anchorCtr="0" bIns="91425" lIns="91425" numCol="1" rIns="91425" spcFirstLastPara="1" tIns="91425" wrap="square">
            <a:spAutoFit/>
          </a:bodyPr>
          <a:lstStyle>
            <a:lvl1pPr indent="-304800" lvl="0" marL="4572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
        <p:nvSpPr>
          <p:cNvPr id="7" name="Google Shape;7;p1"/>
          <p:cNvSpPr txBox="1"/>
          <p:nvPr>
            <p:ph type="title"/>
          </p:nvPr>
        </p:nvSpPr>
        <p:spPr>
          <a:xfrm>
            <a:off x="228600" y="85200"/>
            <a:ext cx="5236500" cy="1099800"/>
          </a:xfrm>
          <a:prstGeom prst="rect">
            <a:avLst/>
          </a:prstGeom>
          <a:noFill/>
          <a:ln>
            <a:noFill/>
          </a:ln>
        </p:spPr>
        <p:txBody>
          <a:bodyPr anchor="t" anchorCtr="0" bIns="91425" lIns="91425" numCol="1" rIns="91425" spcFirstLastPara="1" tIns="91425" wrap="square">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p:txBody>
      </p:sp>
      <p:sp>
        <p:nvSpPr>
          <p:cNvPr id="8" name="Google Shape;8;p1"/>
          <p:cNvSpPr txBox="1"/>
          <p:nvPr>
            <p:ph idx="2" type="body"/>
          </p:nvPr>
        </p:nvSpPr>
        <p:spPr>
          <a:xfrm>
            <a:off x="4562525" y="1518250"/>
            <a:ext cx="3880800" cy="2765400"/>
          </a:xfrm>
          <a:prstGeom prst="rect">
            <a:avLst/>
          </a:prstGeom>
          <a:noFill/>
          <a:ln>
            <a:noFill/>
          </a:ln>
        </p:spPr>
        <p:txBody>
          <a:bodyPr anchor="t" anchorCtr="0" bIns="91425" lIns="91425" numCol="1" rIns="91425" spcFirstLastPara="1" tIns="91425" wrap="square">
            <a:noAutofit/>
          </a:bodyPr>
          <a:lstStyle>
            <a:lvl1pPr indent="-304800" lvl="0" marL="457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indent="-304800" lvl="1" marL="914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indent="-304800" lvl="2" marL="1371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indent="-304800" lvl="3" marL="1828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indent="-304800" lvl="4" marL="22860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indent="-304800" lvl="5" marL="27432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indent="-304800" lvl="6" marL="32004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indent="-304800" lvl="7" marL="36576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indent="-304800" lvl="8" marL="411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p:txBody>
      </p:sp>
    </p:spTree>
  </p:cSld>
  <p:clrMap accent1="accent1" accent2="accent2" accent3="accent3" accent4="accent4" accent5="accent5" accent6="accent6" bg1="lt1" bg2="dk2" folHlink="folHlink" hlink="hlink" tx1="dk1" tx2="lt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arget="../notesSlides/notesSlide1.xml" Type="http://schemas.openxmlformats.org/officeDocument/2006/relationships/notesSlide"/><Relationship Id="rId1" Target="../slideLayouts/slideLayout29.xml" Type="http://schemas.openxmlformats.org/officeDocument/2006/relationships/slideLayout"/></Relationships>
</file>

<file path=ppt/slides/_rels/slide2.xml.rels><?xml version="1.0" encoding="UTF-8" standalone="yes"?><Relationships xmlns="http://schemas.openxmlformats.org/package/2006/relationships"><Relationship Id="rId2" Target="../notesSlides/notesSlide2.xml" Type="http://schemas.openxmlformats.org/officeDocument/2006/relationships/notesSlide"/><Relationship Id="rId1" Target="../slideLayouts/slideLayout29.xml" Type="http://schemas.openxmlformats.org/officeDocument/2006/relationships/slideLayout"/></Relationships>
</file>

<file path=ppt/slides/_rels/slide3.xml.rels><?xml version="1.0" encoding="UTF-8" standalone="yes"?><Relationships xmlns="http://schemas.openxmlformats.org/package/2006/relationships"><Relationship Id="rId3" Target="../media/image6.png" Type="http://schemas.openxmlformats.org/officeDocument/2006/relationships/image"/><Relationship Id="rId2" Target="../notesSlides/notesSlide3.xml" Type="http://schemas.openxmlformats.org/officeDocument/2006/relationships/notesSlide"/><Relationship Id="rId1" Target="../slideLayouts/slideLayout29.xml" Type="http://schemas.openxmlformats.org/officeDocument/2006/relationships/slideLayout"/></Relationships>
</file>

<file path=ppt/slides/_rels/slide4.xml.rels><?xml version="1.0" encoding="UTF-8" standalone="yes"?><Relationships xmlns="http://schemas.openxmlformats.org/package/2006/relationships"><Relationship Id="rId3" Target="../media/image5.png" Type="http://schemas.openxmlformats.org/officeDocument/2006/relationships/image"/><Relationship Id="rId2" Target="../notesSlides/notesSlide4.xml" Type="http://schemas.openxmlformats.org/officeDocument/2006/relationships/notesSlide"/><Relationship Id="rId1" Target="../slideLayouts/slideLayout29.xml" Type="http://schemas.openxmlformats.org/officeDocument/2006/relationships/slideLayout"/></Relationships>
</file>

<file path=ppt/slides/_rels/slide5.xml.rels><?xml version="1.0" encoding="UTF-8" standalone="yes"?><Relationships xmlns="http://schemas.openxmlformats.org/package/2006/relationships"><Relationship Id="rId2" Target="../notesSlides/notesSlide5.xml" Type="http://schemas.openxmlformats.org/officeDocument/2006/relationships/notesSlide"/><Relationship Id="rId1" Target="../slideLayouts/slideLayout29.xml" Type="http://schemas.openxmlformats.org/officeDocument/2006/relationships/slideLayout"/></Relationships>
</file>

<file path=ppt/slides/_rels/slide6.xml.rels><?xml version="1.0" encoding="UTF-8" standalone="yes"?><Relationships xmlns="http://schemas.openxmlformats.org/package/2006/relationships"><Relationship Id="rId2" Target="../notesSlides/notesSlide6.xml" Type="http://schemas.openxmlformats.org/officeDocument/2006/relationships/notesSlide"/><Relationship Id="rId1" Target="../slideLayouts/slideLayout29.xml" Type="http://schemas.openxmlformats.org/officeDocument/2006/relationships/slideLayout"/></Relationships>
</file>

<file path=ppt/slides/_rels/slide7.xml.rels><?xml version="1.0" encoding="UTF-8" standalone="yes"?><Relationships xmlns="http://schemas.openxmlformats.org/package/2006/relationships"><Relationship Id="rId2" Target="../notesSlides/notesSlide7.xml" Type="http://schemas.openxmlformats.org/officeDocument/2006/relationships/notesSlide"/><Relationship Id="rId1" Target="../slideLayouts/slideLayout29.xml" Type="http://schemas.openxmlformats.org/officeDocument/2006/relationships/slideLayout"/></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1"/>
          <p:cNvSpPr txBox="1"/>
          <p:nvPr/>
        </p:nvSpPr>
        <p:spPr>
          <a:xfrm>
            <a:off x="143550" y="2571750"/>
            <a:ext cx="6263400" cy="1908600"/>
          </a:xfrm>
          <a:prstGeom prst="rect">
            <a:avLst/>
          </a:prstGeom>
          <a:noFill/>
          <a:ln>
            <a:noFill/>
          </a:ln>
        </p:spPr>
        <p:txBody>
          <a:bodyPr anchor="t" anchorCtr="0" bIns="91425" lIns="91425" numCol="1" rIns="91425" spcFirstLastPara="1" tIns="91425" wrap="square">
            <a:spAutoFit/>
          </a:bodyPr>
          <a:lstStyle/>
          <a:p>
            <a:pPr algn="l" indent="0" lvl="0" marL="0" rtl="1">
              <a:spcBef>
                <a:spcPts val="0"/>
              </a:spcBef>
              <a:spcAft>
                <a:spcPts val="0"/>
              </a:spcAft>
              <a:buClr>
                <a:schemeClr val="dk1"/>
              </a:buClr>
              <a:buSzPts val="1100"/>
              <a:buFont typeface="Arial"/>
              <a:buNone/>
            </a:pPr>
            <a:r>
              <a:rPr altLang="en" lang="en">
                <a:solidFill>
                  <a:schemeClr val="lt1"/>
                </a:solidFill>
                <a:latin typeface="Urbanist"/>
                <a:ea typeface="Urbanist"/>
                <a:cs typeface="Urbanist"/>
                <a:sym typeface="Urbanist"/>
              </a:rPr>
              <a:t>Name: Fatema</a:t>
            </a:r>
            <a:br>
              <a:rPr altLang="en" lang="en">
                <a:solidFill>
                  <a:schemeClr val="lt1"/>
                </a:solidFill>
                <a:latin typeface="Urbanist"/>
                <a:ea typeface="Urbanist"/>
                <a:cs typeface="Urbanist"/>
                <a:sym typeface="Urbanist"/>
              </a:rPr>
            </a:br>
            <a:endParaRPr>
              <a:solidFill>
                <a:schemeClr val="lt1"/>
              </a:solidFill>
              <a:latin typeface="Urbanist"/>
              <a:ea typeface="Urbanist"/>
              <a:cs typeface="Urbanist"/>
              <a:sym typeface="Urbanist"/>
            </a:endParaRPr>
          </a:p>
          <a:p>
            <a:pPr algn="l" indent="0" lvl="0" marL="0" rtl="1">
              <a:spcBef>
                <a:spcPts val="0"/>
              </a:spcBef>
              <a:spcAft>
                <a:spcPts val="0"/>
              </a:spcAft>
              <a:buClr>
                <a:schemeClr val="dk1"/>
              </a:buClr>
              <a:buSzPts val="1100"/>
              <a:buFont typeface="Arial"/>
              <a:buNone/>
            </a:pPr>
            <a:r>
              <a:rPr altLang="en" lang="en">
                <a:solidFill>
                  <a:schemeClr val="lt1"/>
                </a:solidFill>
                <a:latin typeface="Urbanist"/>
                <a:ea typeface="Urbanist"/>
                <a:cs typeface="Urbanist"/>
                <a:sym typeface="Urbanist"/>
              </a:rPr>
              <a:t>Intended Major: Information Technology</a:t>
            </a:r>
            <a:br>
              <a:rPr altLang="en" lang="en">
                <a:solidFill>
                  <a:schemeClr val="lt1"/>
                </a:solidFill>
                <a:latin typeface="Urbanist"/>
                <a:ea typeface="Urbanist"/>
                <a:cs typeface="Urbanist"/>
                <a:sym typeface="Urbanist"/>
              </a:rPr>
            </a:br>
            <a:endParaRPr>
              <a:solidFill>
                <a:schemeClr val="lt1"/>
              </a:solidFill>
              <a:latin typeface="Urbanist"/>
              <a:ea typeface="Urbanist"/>
              <a:cs typeface="Urbanist"/>
              <a:sym typeface="Urbanist"/>
            </a:endParaRPr>
          </a:p>
          <a:p>
            <a:pPr algn="l" indent="0" lvl="0" marL="0" rtl="1">
              <a:spcBef>
                <a:spcPts val="0"/>
              </a:spcBef>
              <a:spcAft>
                <a:spcPts val="0"/>
              </a:spcAft>
              <a:buClr>
                <a:schemeClr val="dk1"/>
              </a:buClr>
              <a:buSzPts val="1100"/>
              <a:buFont typeface="Arial"/>
              <a:buNone/>
            </a:pPr>
            <a:r>
              <a:rPr altLang="en" lang="en">
                <a:solidFill>
                  <a:schemeClr val="lt1"/>
                </a:solidFill>
                <a:latin typeface="Urbanist"/>
                <a:ea typeface="Urbanist"/>
                <a:cs typeface="Urbanist"/>
                <a:sym typeface="Urbanist"/>
              </a:rPr>
              <a:t>Purpose: University Scholarship Preparation</a:t>
            </a:r>
            <a:br>
              <a:rPr altLang="en" lang="en">
                <a:solidFill>
                  <a:schemeClr val="lt1"/>
                </a:solidFill>
                <a:latin typeface="Urbanist"/>
                <a:ea typeface="Urbanist"/>
                <a:cs typeface="Urbanist"/>
                <a:sym typeface="Urbanist"/>
              </a:rPr>
            </a:br>
            <a:endParaRPr>
              <a:solidFill>
                <a:schemeClr val="lt1"/>
              </a:solidFill>
              <a:latin typeface="Urbanist"/>
              <a:ea typeface="Urbanist"/>
              <a:cs typeface="Urbanist"/>
              <a:sym typeface="Urbanist"/>
            </a:endParaRPr>
          </a:p>
          <a:p>
            <a:pPr algn="l" indent="0" lvl="0" marL="0" rtl="1">
              <a:spcBef>
                <a:spcPts val="0"/>
              </a:spcBef>
              <a:spcAft>
                <a:spcPts val="0"/>
              </a:spcAft>
              <a:buClr>
                <a:schemeClr val="dk1"/>
              </a:buClr>
              <a:buSzPts val="1100"/>
              <a:buFont typeface="Arial"/>
              <a:buNone/>
            </a:pPr>
            <a:r>
              <a:rPr altLang="en" lang="en">
                <a:solidFill>
                  <a:schemeClr val="lt1"/>
                </a:solidFill>
                <a:latin typeface="Urbanist"/>
                <a:ea typeface="Urbanist"/>
                <a:cs typeface="Urbanist"/>
                <a:sym typeface="Urbanist"/>
              </a:rPr>
              <a:t>Date: 18/ jan /2026</a:t>
            </a:r>
            <a:endParaRPr>
              <a:solidFill>
                <a:schemeClr val="lt1"/>
              </a:solidFill>
              <a:latin typeface="Urbanist"/>
              <a:ea typeface="Urbanist"/>
              <a:cs typeface="Urbanist"/>
              <a:sym typeface="Urbanist"/>
            </a:endParaRPr>
          </a:p>
          <a:p>
            <a:pPr algn="l" indent="0" lvl="0" marL="0" rtl="1">
              <a:spcBef>
                <a:spcPts val="0"/>
              </a:spcBef>
              <a:spcAft>
                <a:spcPts val="0"/>
              </a:spcAft>
              <a:buNone/>
            </a:pPr>
            <a:r>
              <a:t/>
            </a:r>
            <a:endParaRPr>
              <a:solidFill>
                <a:schemeClr val="lt1"/>
              </a:solidFill>
              <a:latin typeface="Urbanist"/>
              <a:ea typeface="Urbanist"/>
              <a:cs typeface="Urbanist"/>
              <a:sym typeface="Urbanist"/>
            </a:endParaRPr>
          </a:p>
        </p:txBody>
      </p:sp>
      <p:sp>
        <p:nvSpPr>
          <p:cNvPr id="438" name="Google Shape;438;p41"/>
          <p:cNvSpPr txBox="1"/>
          <p:nvPr/>
        </p:nvSpPr>
        <p:spPr>
          <a:xfrm>
            <a:off x="1819950" y="906900"/>
            <a:ext cx="5598000" cy="5388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2300">
                <a:solidFill>
                  <a:schemeClr val="lt1"/>
                </a:solidFill>
                <a:latin typeface="Urbanist"/>
                <a:ea typeface="Urbanist"/>
                <a:cs typeface="Urbanist"/>
                <a:sym typeface="Urbanist"/>
              </a:rPr>
              <a:t>Network basics- home network design </a:t>
            </a:r>
            <a:endParaRPr b="1" sz="2300">
              <a:solidFill>
                <a:schemeClr val="lt1"/>
              </a:solidFill>
              <a:latin typeface="Urbanist"/>
              <a:ea typeface="Urbanist"/>
              <a:cs typeface="Urbanist"/>
              <a:sym typeface="Urbanis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2"/>
          <p:cNvSpPr txBox="1"/>
          <p:nvPr/>
        </p:nvSpPr>
        <p:spPr>
          <a:xfrm>
            <a:off x="415475" y="852913"/>
            <a:ext cx="7831500" cy="7389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lang="en" sz="1200">
                <a:solidFill>
                  <a:schemeClr val="lt1"/>
                </a:solidFill>
                <a:latin typeface="Urbanist"/>
                <a:ea typeface="Urbanist"/>
                <a:cs typeface="Urbanist"/>
                <a:sym typeface="Urbanist"/>
              </a:rPr>
              <a:t>Computer networks are a essential part of information technology, connecting devices and sharing information. This project introduces preliminary networking concepts and provides an explanation of a simple home network. The purpose of this project is to build a solid base in networking and prepare me for future academic studies in IT.</a:t>
            </a:r>
            <a:endParaRPr sz="1200">
              <a:solidFill>
                <a:schemeClr val="lt1"/>
              </a:solidFill>
              <a:latin typeface="Urbanist"/>
              <a:ea typeface="Urbanist"/>
              <a:cs typeface="Urbanist"/>
              <a:sym typeface="Urbanist"/>
            </a:endParaRPr>
          </a:p>
        </p:txBody>
      </p:sp>
      <p:sp>
        <p:nvSpPr>
          <p:cNvPr id="444" name="Google Shape;444;p42"/>
          <p:cNvSpPr txBox="1"/>
          <p:nvPr/>
        </p:nvSpPr>
        <p:spPr>
          <a:xfrm>
            <a:off x="415475" y="1779775"/>
            <a:ext cx="6263400" cy="4155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500">
                <a:solidFill>
                  <a:schemeClr val="lt1"/>
                </a:solidFill>
                <a:latin typeface="Urbanist"/>
                <a:ea typeface="Urbanist"/>
                <a:cs typeface="Urbanist"/>
                <a:sym typeface="Urbanist"/>
              </a:rPr>
              <a:t>Computer </a:t>
            </a:r>
            <a:r>
              <a:rPr altLang="en" b="1" lang="en" sz="1500">
                <a:solidFill>
                  <a:schemeClr val="lt1"/>
                </a:solidFill>
                <a:latin typeface="Urbanist"/>
                <a:ea typeface="Urbanist"/>
                <a:cs typeface="Urbanist"/>
                <a:sym typeface="Urbanist"/>
              </a:rPr>
              <a:t>network, internet and modem:</a:t>
            </a:r>
            <a:endParaRPr b="1" sz="1500">
              <a:solidFill>
                <a:schemeClr val="lt1"/>
              </a:solidFill>
              <a:latin typeface="Urbanist"/>
              <a:ea typeface="Urbanist"/>
              <a:cs typeface="Urbanist"/>
              <a:sym typeface="Urbanist"/>
            </a:endParaRPr>
          </a:p>
        </p:txBody>
      </p:sp>
      <p:sp>
        <p:nvSpPr>
          <p:cNvPr id="445" name="Google Shape;445;p42"/>
          <p:cNvSpPr txBox="1"/>
          <p:nvPr/>
        </p:nvSpPr>
        <p:spPr>
          <a:xfrm>
            <a:off x="426275" y="249475"/>
            <a:ext cx="6263400" cy="4155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500">
                <a:solidFill>
                  <a:schemeClr val="lt1"/>
                </a:solidFill>
                <a:latin typeface="Urbanist"/>
                <a:ea typeface="Urbanist"/>
                <a:cs typeface="Urbanist"/>
                <a:sym typeface="Urbanist"/>
              </a:rPr>
              <a:t>Introduction</a:t>
            </a:r>
            <a:r>
              <a:rPr altLang="en" lang="en" sz="1200">
                <a:solidFill>
                  <a:schemeClr val="lt1"/>
                </a:solidFill>
                <a:latin typeface="Urbanist"/>
                <a:ea typeface="Urbanist"/>
                <a:cs typeface="Urbanist"/>
                <a:sym typeface="Urbanist"/>
              </a:rPr>
              <a:t> </a:t>
            </a:r>
            <a:endParaRPr sz="1200">
              <a:solidFill>
                <a:schemeClr val="lt1"/>
              </a:solidFill>
              <a:latin typeface="Urbanist"/>
              <a:ea typeface="Urbanist"/>
              <a:cs typeface="Urbanist"/>
              <a:sym typeface="Urbanist"/>
            </a:endParaRPr>
          </a:p>
        </p:txBody>
      </p:sp>
      <p:sp>
        <p:nvSpPr>
          <p:cNvPr id="446" name="Google Shape;446;p42"/>
          <p:cNvSpPr txBox="1"/>
          <p:nvPr/>
        </p:nvSpPr>
        <p:spPr>
          <a:xfrm>
            <a:off x="415475" y="2407550"/>
            <a:ext cx="6263400" cy="5541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200">
                <a:solidFill>
                  <a:schemeClr val="lt1"/>
                </a:solidFill>
                <a:latin typeface="Urbanist"/>
                <a:ea typeface="Urbanist"/>
                <a:cs typeface="Urbanist"/>
                <a:sym typeface="Urbanist"/>
              </a:rPr>
              <a:t>Computer network:</a:t>
            </a:r>
            <a:r>
              <a:rPr altLang="en" lang="en" sz="1200">
                <a:solidFill>
                  <a:schemeClr val="lt1"/>
                </a:solidFill>
                <a:latin typeface="Urbanist"/>
                <a:ea typeface="Urbanist"/>
                <a:cs typeface="Urbanist"/>
                <a:sym typeface="Urbanist"/>
              </a:rPr>
              <a:t> a communication system that connects multiple devices and smaller networks together using unified protocols to share data.</a:t>
            </a:r>
            <a:endParaRPr sz="1200">
              <a:solidFill>
                <a:schemeClr val="lt1"/>
              </a:solidFill>
              <a:latin typeface="Urbanist"/>
              <a:ea typeface="Urbanist"/>
              <a:cs typeface="Urbanist"/>
              <a:sym typeface="Urbanist"/>
            </a:endParaRPr>
          </a:p>
        </p:txBody>
      </p:sp>
      <p:sp>
        <p:nvSpPr>
          <p:cNvPr id="447" name="Google Shape;447;p42"/>
          <p:cNvSpPr txBox="1"/>
          <p:nvPr/>
        </p:nvSpPr>
        <p:spPr>
          <a:xfrm>
            <a:off x="415475" y="3222550"/>
            <a:ext cx="6263400" cy="5541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200">
                <a:solidFill>
                  <a:schemeClr val="lt1"/>
                </a:solidFill>
                <a:latin typeface="Urbanist"/>
                <a:ea typeface="Urbanist"/>
                <a:cs typeface="Urbanist"/>
                <a:sym typeface="Urbanist"/>
              </a:rPr>
              <a:t>Internet</a:t>
            </a:r>
            <a:r>
              <a:rPr altLang="en" lang="en" sz="1200">
                <a:solidFill>
                  <a:schemeClr val="lt1"/>
                </a:solidFill>
                <a:latin typeface="Urbanist"/>
                <a:ea typeface="Urbanist"/>
                <a:cs typeface="Urbanist"/>
                <a:sym typeface="Urbanist"/>
              </a:rPr>
              <a:t>: a decentralized global network that connects computers, phones, and other devices for communication and information exchange.</a:t>
            </a:r>
            <a:endParaRPr sz="1200">
              <a:solidFill>
                <a:schemeClr val="lt1"/>
              </a:solidFill>
              <a:latin typeface="Urbanist"/>
              <a:ea typeface="Urbanist"/>
              <a:cs typeface="Urbanist"/>
              <a:sym typeface="Urbanist"/>
            </a:endParaRPr>
          </a:p>
        </p:txBody>
      </p:sp>
      <p:cxnSp>
        <p:nvCxnSpPr>
          <p:cNvPr id="448" name="Google Shape;448;p42"/>
          <p:cNvCxnSpPr/>
          <p:nvPr/>
        </p:nvCxnSpPr>
        <p:spPr>
          <a:xfrm flipH="1">
            <a:off x="415475" y="232700"/>
            <a:ext cx="10800" cy="4828200"/>
          </a:xfrm>
          <a:prstGeom prst="straightConnector1">
            <a:avLst/>
          </a:prstGeom>
          <a:noFill/>
          <a:ln cap="flat" cmpd="sng" w="9525">
            <a:solidFill>
              <a:schemeClr val="dk2"/>
            </a:solidFill>
            <a:prstDash val="solid"/>
            <a:round/>
            <a:headEnd len="med" type="none" w="med"/>
            <a:tailEnd len="med" type="none" w="med"/>
          </a:ln>
        </p:spPr>
      </p:cxnSp>
      <p:sp>
        <p:nvSpPr>
          <p:cNvPr id="449" name="Google Shape;449;p42"/>
          <p:cNvSpPr txBox="1"/>
          <p:nvPr/>
        </p:nvSpPr>
        <p:spPr>
          <a:xfrm>
            <a:off x="426275" y="4082175"/>
            <a:ext cx="6263400" cy="5541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200">
                <a:solidFill>
                  <a:schemeClr val="lt1"/>
                </a:solidFill>
                <a:latin typeface="Urbanist"/>
                <a:ea typeface="Urbanist"/>
                <a:cs typeface="Urbanist"/>
                <a:sym typeface="Urbanist"/>
              </a:rPr>
              <a:t>Modem:</a:t>
            </a:r>
            <a:r>
              <a:rPr altLang="en" lang="en" sz="1200">
                <a:solidFill>
                  <a:schemeClr val="lt1"/>
                </a:solidFill>
                <a:latin typeface="Urbanist"/>
                <a:ea typeface="Urbanist"/>
                <a:cs typeface="Urbanist"/>
                <a:sym typeface="Urbanist"/>
              </a:rPr>
              <a:t> device connecting the home network to the (ISP) converts digital signals from a computer to signals suitable for transmission over the ISP's network.</a:t>
            </a:r>
            <a:endParaRPr sz="1200">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cxnSp>
        <p:nvCxnSpPr>
          <p:cNvPr id="454" name="Google Shape;454;p43"/>
          <p:cNvCxnSpPr/>
          <p:nvPr/>
        </p:nvCxnSpPr>
        <p:spPr>
          <a:xfrm>
            <a:off x="415400" y="257400"/>
            <a:ext cx="11100" cy="4628700"/>
          </a:xfrm>
          <a:prstGeom prst="straightConnector1">
            <a:avLst/>
          </a:prstGeom>
          <a:noFill/>
          <a:ln cap="flat" cmpd="sng" w="9525">
            <a:solidFill>
              <a:schemeClr val="dk2"/>
            </a:solidFill>
            <a:prstDash val="solid"/>
            <a:round/>
            <a:headEnd len="med" type="none" w="med"/>
            <a:tailEnd len="med" type="none" w="med"/>
          </a:ln>
        </p:spPr>
      </p:cxnSp>
      <p:sp>
        <p:nvSpPr>
          <p:cNvPr id="455" name="Google Shape;455;p43"/>
          <p:cNvSpPr txBox="1"/>
          <p:nvPr/>
        </p:nvSpPr>
        <p:spPr>
          <a:xfrm>
            <a:off x="415400" y="830775"/>
            <a:ext cx="6263400" cy="5541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200">
                <a:solidFill>
                  <a:schemeClr val="lt1"/>
                </a:solidFill>
              </a:rPr>
              <a:t>Router</a:t>
            </a:r>
            <a:r>
              <a:rPr altLang="en" b="1" lang="en" sz="1200">
                <a:solidFill>
                  <a:schemeClr val="lt1"/>
                </a:solidFill>
              </a:rPr>
              <a:t>:</a:t>
            </a:r>
            <a:r>
              <a:rPr altLang="en" lang="en" sz="1200">
                <a:solidFill>
                  <a:schemeClr val="lt1"/>
                </a:solidFill>
              </a:rPr>
              <a:t> Distributes internet to multiple devices and provides basic firewall protection, it offers wireless Wi-Fi and sometimes wired ethernet ports.</a:t>
            </a:r>
            <a:endParaRPr sz="1300">
              <a:solidFill>
                <a:schemeClr val="lt1"/>
              </a:solidFill>
              <a:latin typeface="Urbanist"/>
              <a:ea typeface="Urbanist"/>
              <a:cs typeface="Urbanist"/>
              <a:sym typeface="Urbanist"/>
            </a:endParaRPr>
          </a:p>
        </p:txBody>
      </p:sp>
      <p:sp>
        <p:nvSpPr>
          <p:cNvPr id="456" name="Google Shape;456;p43"/>
          <p:cNvSpPr txBox="1"/>
          <p:nvPr/>
        </p:nvSpPr>
        <p:spPr>
          <a:xfrm>
            <a:off x="426500" y="1461475"/>
            <a:ext cx="6263400" cy="5541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200">
                <a:solidFill>
                  <a:schemeClr val="lt1"/>
                </a:solidFill>
              </a:rPr>
              <a:t>End Devices:</a:t>
            </a:r>
            <a:r>
              <a:rPr altLang="en" lang="en" sz="1200">
                <a:solidFill>
                  <a:schemeClr val="lt1"/>
                </a:solidFill>
              </a:rPr>
              <a:t> Laptop, Smartphone, Tablet. Each device needs an IP address to identify itself on the network</a:t>
            </a:r>
            <a:endParaRPr sz="1300">
              <a:solidFill>
                <a:schemeClr val="lt1"/>
              </a:solidFill>
              <a:latin typeface="Urbanist"/>
              <a:ea typeface="Urbanist"/>
              <a:cs typeface="Urbanist"/>
              <a:sym typeface="Urbanist"/>
            </a:endParaRPr>
          </a:p>
        </p:txBody>
      </p:sp>
      <p:sp>
        <p:nvSpPr>
          <p:cNvPr id="457" name="Google Shape;457;p43"/>
          <p:cNvSpPr txBox="1"/>
          <p:nvPr/>
        </p:nvSpPr>
        <p:spPr>
          <a:xfrm>
            <a:off x="415400" y="2146575"/>
            <a:ext cx="6263400" cy="5541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200">
                <a:solidFill>
                  <a:schemeClr val="lt1"/>
                </a:solidFill>
                <a:latin typeface="Urbanist"/>
                <a:ea typeface="Urbanist"/>
                <a:cs typeface="Urbanist"/>
                <a:sym typeface="Urbanist"/>
              </a:rPr>
              <a:t>Cables – If the network is wired: </a:t>
            </a:r>
            <a:r>
              <a:rPr altLang="en" lang="en" sz="1200">
                <a:solidFill>
                  <a:schemeClr val="lt1"/>
                </a:solidFill>
                <a:latin typeface="Urbanist"/>
                <a:ea typeface="Urbanist"/>
                <a:cs typeface="Urbanist"/>
                <a:sym typeface="Urbanist"/>
              </a:rPr>
              <a:t>An Ethernet cable connects devices to the router. offers higher speed and security compared to Wi-Fi.</a:t>
            </a:r>
            <a:endParaRPr sz="1200">
              <a:solidFill>
                <a:schemeClr val="lt1"/>
              </a:solidFill>
              <a:latin typeface="Urbanist"/>
              <a:ea typeface="Urbanist"/>
              <a:cs typeface="Urbanist"/>
              <a:sym typeface="Urbanist"/>
            </a:endParaRPr>
          </a:p>
        </p:txBody>
      </p:sp>
      <p:pic>
        <p:nvPicPr>
          <p:cNvPr id="458" name="Google Shape;458;p43"/>
          <p:cNvPicPr preferRelativeResize="0"/>
          <p:nvPr/>
        </p:nvPicPr>
        <p:blipFill>
          <a:blip r:embed="rId3">
            <a:alphaModFix/>
          </a:blip>
          <a:stretch>
            <a:fillRect/>
          </a:stretch>
        </p:blipFill>
        <p:spPr>
          <a:xfrm>
            <a:off x="5595375" y="2774300"/>
            <a:ext cx="3010640" cy="2138025"/>
          </a:xfrm>
          <a:prstGeom prst="rect">
            <a:avLst/>
          </a:prstGeom>
          <a:noFill/>
          <a:ln>
            <a:noFill/>
          </a:ln>
        </p:spPr>
      </p:pic>
      <p:sp>
        <p:nvSpPr>
          <p:cNvPr id="459" name="Google Shape;459;p43"/>
          <p:cNvSpPr txBox="1"/>
          <p:nvPr/>
        </p:nvSpPr>
        <p:spPr>
          <a:xfrm>
            <a:off x="415400" y="338675"/>
            <a:ext cx="6263400" cy="4155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500">
                <a:solidFill>
                  <a:schemeClr val="lt1"/>
                </a:solidFill>
                <a:latin typeface="Urbanist"/>
                <a:ea typeface="Urbanist"/>
                <a:cs typeface="Urbanist"/>
                <a:sym typeface="Urbanist"/>
              </a:rPr>
              <a:t>Router and devices</a:t>
            </a:r>
            <a:endParaRPr b="1" sz="1500">
              <a:solidFill>
                <a:schemeClr val="lt1"/>
              </a:solidFill>
              <a:latin typeface="Urbanist"/>
              <a:ea typeface="Urbanist"/>
              <a:cs typeface="Urbanist"/>
              <a:sym typeface="Urbanis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cxnSp>
        <p:nvCxnSpPr>
          <p:cNvPr id="464" name="Google Shape;464;p44"/>
          <p:cNvCxnSpPr/>
          <p:nvPr/>
        </p:nvCxnSpPr>
        <p:spPr>
          <a:xfrm>
            <a:off x="393650" y="293550"/>
            <a:ext cx="21900" cy="4556400"/>
          </a:xfrm>
          <a:prstGeom prst="straightConnector1">
            <a:avLst/>
          </a:prstGeom>
          <a:noFill/>
          <a:ln cap="flat" cmpd="sng" w="9525">
            <a:solidFill>
              <a:schemeClr val="dk2"/>
            </a:solidFill>
            <a:prstDash val="solid"/>
            <a:round/>
            <a:headEnd len="med" type="none" w="med"/>
            <a:tailEnd len="med" type="none" w="med"/>
          </a:ln>
        </p:spPr>
      </p:cxnSp>
      <p:sp>
        <p:nvSpPr>
          <p:cNvPr id="465" name="Google Shape;465;p44"/>
          <p:cNvSpPr txBox="1"/>
          <p:nvPr/>
        </p:nvSpPr>
        <p:spPr>
          <a:xfrm>
            <a:off x="393650" y="457200"/>
            <a:ext cx="6263400" cy="4155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500">
                <a:solidFill>
                  <a:schemeClr val="lt1"/>
                </a:solidFill>
                <a:latin typeface="Urbanist"/>
                <a:ea typeface="Urbanist"/>
                <a:cs typeface="Urbanist"/>
                <a:sym typeface="Urbanist"/>
              </a:rPr>
              <a:t>IP Address, DNS &amp; DHCP </a:t>
            </a:r>
            <a:endParaRPr b="1" sz="1500">
              <a:solidFill>
                <a:schemeClr val="lt1"/>
              </a:solidFill>
              <a:latin typeface="Urbanist"/>
              <a:ea typeface="Urbanist"/>
              <a:cs typeface="Urbanist"/>
              <a:sym typeface="Urbanist"/>
            </a:endParaRPr>
          </a:p>
        </p:txBody>
      </p:sp>
      <p:sp>
        <p:nvSpPr>
          <p:cNvPr id="466" name="Google Shape;466;p44"/>
          <p:cNvSpPr txBox="1"/>
          <p:nvPr/>
        </p:nvSpPr>
        <p:spPr>
          <a:xfrm>
            <a:off x="393650" y="1244000"/>
            <a:ext cx="6263400" cy="2201100"/>
          </a:xfrm>
          <a:prstGeom prst="rect">
            <a:avLst/>
          </a:prstGeom>
          <a:noFill/>
          <a:ln>
            <a:noFill/>
          </a:ln>
        </p:spPr>
        <p:txBody>
          <a:bodyPr anchor="t" anchorCtr="0" bIns="91425" lIns="91425" numCol="1" rIns="91425" spcFirstLastPara="1" tIns="91425" wrap="square">
            <a:spAutoFit/>
          </a:bodyPr>
          <a:lstStyle/>
          <a:p>
            <a:pPr algn="l" indent="0" lvl="0" marL="0" rtl="0">
              <a:lnSpc>
                <a:spcPct val="115000"/>
              </a:lnSpc>
              <a:spcBef>
                <a:spcPts val="1200"/>
              </a:spcBef>
              <a:spcAft>
                <a:spcPts val="0"/>
              </a:spcAft>
              <a:buNone/>
            </a:pPr>
            <a:r>
              <a:rPr altLang="en" b="1" lang="en" sz="1200">
                <a:solidFill>
                  <a:schemeClr val="lt1"/>
                </a:solidFill>
              </a:rPr>
              <a:t>IP Address:</a:t>
            </a:r>
            <a:r>
              <a:rPr altLang="en" lang="en" sz="1200">
                <a:solidFill>
                  <a:schemeClr val="lt1"/>
                </a:solidFill>
              </a:rPr>
              <a:t> A unique number assigned to each device on the network.</a:t>
            </a:r>
            <a:endParaRPr sz="1200">
              <a:solidFill>
                <a:schemeClr val="lt1"/>
              </a:solidFill>
            </a:endParaRPr>
          </a:p>
          <a:p>
            <a:pPr algn="l" indent="0" lvl="0" marL="0" rtl="0">
              <a:lnSpc>
                <a:spcPct val="115000"/>
              </a:lnSpc>
              <a:spcBef>
                <a:spcPts val="1200"/>
              </a:spcBef>
              <a:spcAft>
                <a:spcPts val="0"/>
              </a:spcAft>
              <a:buClr>
                <a:schemeClr val="dk1"/>
              </a:buClr>
              <a:buSzPts val="1100"/>
              <a:buFont typeface="Arial"/>
              <a:buNone/>
            </a:pPr>
            <a:r>
              <a:rPr altLang="en" b="1" lang="en" sz="1200">
                <a:solidFill>
                  <a:schemeClr val="lt1"/>
                </a:solidFill>
              </a:rPr>
              <a:t>DNS:</a:t>
            </a:r>
            <a:r>
              <a:rPr altLang="en" lang="en" sz="1200">
                <a:solidFill>
                  <a:schemeClr val="lt1"/>
                </a:solidFill>
              </a:rPr>
              <a:t> Translates domain names (website names) into IP addresses.</a:t>
            </a:r>
            <a:endParaRPr sz="1200">
              <a:solidFill>
                <a:schemeClr val="lt1"/>
              </a:solidFill>
            </a:endParaRPr>
          </a:p>
          <a:p>
            <a:pPr algn="l" indent="0" lvl="0" marL="0" rtl="0">
              <a:lnSpc>
                <a:spcPct val="115000"/>
              </a:lnSpc>
              <a:spcBef>
                <a:spcPts val="1200"/>
              </a:spcBef>
              <a:spcAft>
                <a:spcPts val="0"/>
              </a:spcAft>
              <a:buNone/>
            </a:pPr>
            <a:r>
              <a:rPr altLang="en" b="1" lang="en" sz="1200">
                <a:solidFill>
                  <a:schemeClr val="lt1"/>
                </a:solidFill>
              </a:rPr>
              <a:t>DHCP:</a:t>
            </a:r>
            <a:r>
              <a:rPr altLang="en" lang="en" sz="1200">
                <a:solidFill>
                  <a:schemeClr val="lt1"/>
                </a:solidFill>
              </a:rPr>
              <a:t> Automatically assigns IP addresses to devices when they connect to the network.</a:t>
            </a:r>
            <a:endParaRPr sz="1200">
              <a:solidFill>
                <a:schemeClr val="lt1"/>
              </a:solidFill>
            </a:endParaRPr>
          </a:p>
          <a:p>
            <a:pPr algn="l" indent="0" lvl="0" marL="0" rtl="0">
              <a:lnSpc>
                <a:spcPct val="115000"/>
              </a:lnSpc>
              <a:spcBef>
                <a:spcPts val="1200"/>
              </a:spcBef>
              <a:spcAft>
                <a:spcPts val="0"/>
              </a:spcAft>
              <a:buNone/>
            </a:pPr>
            <a:r>
              <a:rPr altLang="en" lang="en" sz="1200">
                <a:solidFill>
                  <a:schemeClr val="lt1"/>
                </a:solidFill>
              </a:rPr>
              <a:t>The command (</a:t>
            </a:r>
            <a:r>
              <a:rPr altLang="en" lang="en" sz="1200">
                <a:solidFill>
                  <a:schemeClr val="lt1"/>
                </a:solidFill>
                <a:latin typeface="Roboto Mono"/>
                <a:ea typeface="Roboto Mono"/>
                <a:cs typeface="Roboto Mono"/>
                <a:sym typeface="Roboto Mono"/>
              </a:rPr>
              <a:t>ifconfig</a:t>
            </a:r>
            <a:r>
              <a:rPr altLang="en" lang="en" sz="1200">
                <a:solidFill>
                  <a:schemeClr val="lt1"/>
                </a:solidFill>
              </a:rPr>
              <a:t>) shows the IP address of the device on a Mac </a:t>
            </a:r>
            <a:endParaRPr sz="1200">
              <a:solidFill>
                <a:schemeClr val="lt1"/>
              </a:solidFill>
            </a:endParaRPr>
          </a:p>
          <a:p>
            <a:pPr algn="l" indent="0" lvl="0" marL="0" rtl="0">
              <a:lnSpc>
                <a:spcPct val="115000"/>
              </a:lnSpc>
              <a:spcBef>
                <a:spcPts val="1200"/>
              </a:spcBef>
              <a:spcAft>
                <a:spcPts val="0"/>
              </a:spcAft>
              <a:buNone/>
            </a:pPr>
            <a:r>
              <a:rPr altLang="en" lang="en" sz="1200">
                <a:solidFill>
                  <a:schemeClr val="lt1"/>
                </a:solidFill>
              </a:rPr>
              <a:t>Example: 192.168.1.10</a:t>
            </a:r>
            <a:endParaRPr sz="1200">
              <a:solidFill>
                <a:schemeClr val="lt1"/>
              </a:solidFill>
            </a:endParaRPr>
          </a:p>
          <a:p>
            <a:pPr algn="l" indent="0" lvl="0" marL="0" rtl="0">
              <a:spcBef>
                <a:spcPts val="1200"/>
              </a:spcBef>
              <a:spcAft>
                <a:spcPts val="0"/>
              </a:spcAft>
              <a:buNone/>
            </a:pPr>
            <a:r>
              <a:t/>
            </a:r>
            <a:endParaRPr sz="1200">
              <a:solidFill>
                <a:schemeClr val="lt1"/>
              </a:solidFill>
              <a:latin typeface="Urbanist"/>
              <a:ea typeface="Urbanist"/>
              <a:cs typeface="Urbanist"/>
              <a:sym typeface="Urbanist"/>
            </a:endParaRPr>
          </a:p>
        </p:txBody>
      </p:sp>
      <p:pic>
        <p:nvPicPr>
          <p:cNvPr id="467" name="Google Shape;467;p44"/>
          <p:cNvPicPr preferRelativeResize="0"/>
          <p:nvPr/>
        </p:nvPicPr>
        <p:blipFill rotWithShape="1">
          <a:blip r:embed="rId3">
            <a:alphaModFix/>
          </a:blip>
          <a:srcRect b="12758" l="0" r="0" t="47259"/>
          <a:stretch/>
        </p:blipFill>
        <p:spPr>
          <a:xfrm>
            <a:off x="2557600" y="3445100"/>
            <a:ext cx="4461200" cy="12788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cxnSp>
        <p:nvCxnSpPr>
          <p:cNvPr id="464" name="Google Shape;464;p44"/>
          <p:cNvCxnSpPr/>
          <p:nvPr/>
        </p:nvCxnSpPr>
        <p:spPr>
          <a:xfrm>
            <a:off x="393650" y="293550"/>
            <a:ext cx="21900" cy="4556400"/>
          </a:xfrm>
          <a:prstGeom prst="straightConnector1">
            <a:avLst/>
          </a:prstGeom>
          <a:noFill/>
          <a:ln cap="flat" cmpd="sng" w="9525">
            <a:solidFill>
              <a:schemeClr val="dk2"/>
            </a:solidFill>
            <a:prstDash val="solid"/>
            <a:round/>
            <a:headEnd len="med" type="none" w="med"/>
            <a:tailEnd len="med" type="none" w="med"/>
          </a:ln>
        </p:spPr>
      </p:cxnSp>
      <p:sp>
        <p:nvSpPr>
          <p:cNvPr id="465" name="Google Shape;465;p44"/>
          <p:cNvSpPr txBox="1"/>
          <p:nvPr/>
        </p:nvSpPr>
        <p:spPr>
          <a:xfrm>
            <a:off x="393650" y="457200"/>
            <a:ext cx="6263400" cy="4155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500">
                <a:solidFill>
                  <a:schemeClr val="lt1"/>
                </a:solidFill>
                <a:latin typeface="Urbanist"/>
                <a:ea typeface="Urbanist"/>
                <a:cs typeface="Urbanist"/>
                <a:sym typeface="Urbanist"/>
              </a:rPr>
              <a:t>Internet security </a:t>
            </a:r>
            <a:endParaRPr b="1" sz="1500">
              <a:solidFill>
                <a:schemeClr val="lt1"/>
              </a:solidFill>
              <a:latin typeface="Urbanist"/>
              <a:ea typeface="Urbanist"/>
              <a:cs typeface="Urbanist"/>
              <a:sym typeface="Urbanist"/>
            </a:endParaRPr>
          </a:p>
        </p:txBody>
      </p:sp>
      <p:sp>
        <p:nvSpPr>
          <p:cNvPr id="466" name="Google Shape;466;p44"/>
          <p:cNvSpPr txBox="1"/>
          <p:nvPr/>
        </p:nvSpPr>
        <p:spPr>
          <a:xfrm>
            <a:off x="413177" y="931566"/>
            <a:ext cx="6263278" cy="2200989"/>
          </a:xfrm>
          <a:prstGeom prst="rect">
            <a:avLst/>
          </a:prstGeom>
          <a:noFill/>
          <a:ln>
            <a:noFill/>
          </a:ln>
        </p:spPr>
        <p:txBody>
          <a:bodyPr anchor="t" anchorCtr="0" bIns="91425" lIns="91425" numCol="1" rIns="91425" spcFirstLastPara="1" tIns="91425" wrap="square">
            <a:spAutoFit/>
          </a:bodyPr>
          <a:lstStyle/>
          <a:p>
            <a:pPr algn="l" indent="0" lvl="0" marL="0" rtl="0">
              <a:lnSpc>
                <a:spcPct val="115000"/>
              </a:lnSpc>
              <a:spcBef>
                <a:spcPts val="1200"/>
              </a:spcBef>
              <a:spcAft>
                <a:spcPts val="0"/>
              </a:spcAft>
              <a:buNone/>
            </a:pPr>
            <a:r>
              <a:rPr b="1" sz="1200">
                <a:solidFill>
                  <a:schemeClr val="lt1"/>
                </a:solidFill>
              </a:rPr>
              <a:t>Internet security: </a:t>
            </a:r>
            <a:r>
              <a:rPr sz="1200">
                <a:solidFill>
                  <a:schemeClr val="lt1"/>
                </a:solidFill>
              </a:rPr>
              <a:t>the security made to protect the system while connected to the internet</a:t>
            </a:r>
            <a:endParaRPr sz="1200">
              <a:solidFill>
                <a:schemeClr val="lt1"/>
              </a:solidFill>
            </a:endParaRPr>
          </a:p>
          <a:p>
            <a:pPr algn="l" indent="0" lvl="0" marL="0">
              <a:lnSpc>
                <a:spcPct val="115000"/>
              </a:lnSpc>
              <a:spcBef>
                <a:spcPts val="1200"/>
              </a:spcBef>
              <a:spcAft>
                <a:spcPts val="0"/>
              </a:spcAft>
              <a:buNone/>
            </a:pPr>
            <a:r>
              <a:rPr b="1" sz="1200">
                <a:solidFill>
                  <a:schemeClr val="lt1"/>
                </a:solidFill>
              </a:rPr>
              <a:t>common internet security problem:</a:t>
            </a:r>
          </a:p>
          <a:p>
            <a:pPr algn="l" indent="0" lvl="0" marL="0">
              <a:lnSpc>
                <a:spcPct val="115000"/>
              </a:lnSpc>
              <a:spcBef>
                <a:spcPts val="1200"/>
              </a:spcBef>
              <a:spcAft>
                <a:spcPts val="0"/>
              </a:spcAft>
              <a:buNone/>
            </a:pPr>
            <a:r>
              <a:rPr b="1" sz="1200">
                <a:solidFill>
                  <a:schemeClr val="lt1"/>
                </a:solidFill>
              </a:rPr>
              <a:t>1. Malware:</a:t>
            </a:r>
            <a:r>
              <a:rPr sz="1200">
                <a:solidFill>
                  <a:schemeClr val="lt1"/>
                </a:solidFill>
              </a:rPr>
              <a:t> </a:t>
            </a:r>
            <a:r>
              <a:rPr sz="1200">
                <a:solidFill>
                  <a:srgbClr val="FFFFFF"/>
                </a:solidFill>
              </a:rPr>
              <a:t>combines the words "malicious" and "software", a risky software that cyber criminals use to steal private data. like worms, viruses and trojans</a:t>
            </a:r>
          </a:p>
          <a:p>
            <a:pPr algn="l" indent="0" lvl="0" marL="0">
              <a:lnSpc>
                <a:spcPct val="115000"/>
              </a:lnSpc>
              <a:spcBef>
                <a:spcPts val="1200"/>
              </a:spcBef>
              <a:spcAft>
                <a:spcPts val="0"/>
              </a:spcAft>
              <a:buNone/>
            </a:pPr>
            <a:r>
              <a:rPr b="1" sz="1200">
                <a:solidFill>
                  <a:schemeClr val="lt1"/>
                </a:solidFill>
              </a:rPr>
              <a:t>2. Phishing:</a:t>
            </a:r>
            <a:r>
              <a:rPr>
                <a:solidFill>
                  <a:srgbClr val="FFFFFF"/>
                </a:solidFill>
              </a:rPr>
              <a:t> </a:t>
            </a:r>
            <a:r>
              <a:rPr sz="1200">
                <a:solidFill>
                  <a:srgbClr val="FFFFFF"/>
                </a:solidFill>
              </a:rPr>
              <a:t>is a cyberattack that uses phony emails. Hackers send links to the victim or require private data</a:t>
            </a:r>
          </a:p>
          <a:p>
            <a:pPr algn="l" indent="0" lvl="0" marL="0">
              <a:lnSpc>
                <a:spcPct val="115000"/>
              </a:lnSpc>
              <a:spcBef>
                <a:spcPts val="1200"/>
              </a:spcBef>
              <a:spcAft>
                <a:spcPts val="0"/>
              </a:spcAft>
              <a:buNone/>
            </a:pPr>
            <a:r>
              <a:rPr b="1" sz="1200">
                <a:solidFill>
                  <a:schemeClr val="lt1"/>
                </a:solidFill>
              </a:rPr>
              <a:t>3. Botnets:</a:t>
            </a:r>
            <a:r>
              <a:rPr sz="1200">
                <a:solidFill>
                  <a:schemeClr val="lt1"/>
                </a:solidFill>
              </a:rPr>
              <a:t> </a:t>
            </a:r>
            <a:r>
              <a:rPr sz="1200">
                <a:solidFill>
                  <a:srgbClr val="FFFFFF"/>
                </a:solidFill>
              </a:rPr>
              <a:t>A botnet is a network of computers that have been secretly controlled by a cyber criminal.</a:t>
            </a:r>
          </a:p>
          <a:p>
            <a:pPr algn="l" indent="0" lvl="0" marL="0">
              <a:lnSpc>
                <a:spcPct val="115000"/>
              </a:lnSpc>
              <a:spcBef>
                <a:spcPts val="1200"/>
              </a:spcBef>
              <a:spcAft>
                <a:spcPts val="0"/>
              </a:spcAft>
              <a:buNone/>
            </a:pPr>
            <a:r>
              <a:rPr b="1" sz="1200">
                <a:solidFill>
                  <a:schemeClr val="lt1"/>
                </a:solidFill>
              </a:rPr>
              <a:t>4. Spam:</a:t>
            </a:r>
            <a:r>
              <a:rPr sz="1200">
                <a:solidFill>
                  <a:schemeClr val="lt1"/>
                </a:solidFill>
              </a:rPr>
              <a:t> </a:t>
            </a:r>
            <a:r>
              <a:rPr sz="1200">
                <a:solidFill>
                  <a:srgbClr val="FFFFFF"/>
                </a:solidFill>
              </a:rPr>
              <a:t>a large quantities of unwanted mail. often contain malware.</a:t>
            </a:r>
          </a:p>
          <a:p>
            <a:pPr algn="l" indent="0" lvl="0" marL="0">
              <a:lnSpc>
                <a:spcPct val="115000"/>
              </a:lnSpc>
              <a:spcBef>
                <a:spcPts val="1200"/>
              </a:spcBef>
              <a:spcAft>
                <a:spcPts val="0"/>
              </a:spcAft>
              <a:buNone/>
            </a:pPr>
            <a:r>
              <a:rPr b="1" sz="1200">
                <a:solidFill>
                  <a:schemeClr val="lt1"/>
                </a:solidFill>
              </a:rPr>
              <a:t>5. Data loss:</a:t>
            </a:r>
            <a:r>
              <a:rPr sz="1200">
                <a:solidFill>
                  <a:schemeClr val="lt1"/>
                </a:solidFill>
              </a:rPr>
              <a:t> It is the loss of data</a:t>
            </a:r>
            <a:r>
              <a:rPr sz="1200">
                <a:solidFill>
                  <a:srgbClr val="FFFFFF"/>
                </a:solidFill>
              </a:rPr>
              <a:t> via various means. for example a thief can steal it or a hacker can damage a server or hard drive containing sensitive or important information.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cxnSp>
        <p:nvCxnSpPr>
          <p:cNvPr id="464" name="Google Shape;464;p44"/>
          <p:cNvCxnSpPr/>
          <p:nvPr/>
        </p:nvCxnSpPr>
        <p:spPr>
          <a:xfrm>
            <a:off x="393650" y="293550"/>
            <a:ext cx="21900" cy="4556400"/>
          </a:xfrm>
          <a:prstGeom prst="straightConnector1">
            <a:avLst/>
          </a:prstGeom>
          <a:noFill/>
          <a:ln cap="flat" cmpd="sng" w="9525">
            <a:solidFill>
              <a:schemeClr val="dk2"/>
            </a:solidFill>
            <a:prstDash val="solid"/>
            <a:round/>
            <a:headEnd len="med" type="none" w="med"/>
            <a:tailEnd len="med" type="none" w="med"/>
          </a:ln>
        </p:spPr>
      </p:cxnSp>
      <p:sp>
        <p:nvSpPr>
          <p:cNvPr id="465" name="Google Shape;465;p44"/>
          <p:cNvSpPr txBox="1"/>
          <p:nvPr/>
        </p:nvSpPr>
        <p:spPr>
          <a:xfrm>
            <a:off x="393650" y="457200"/>
            <a:ext cx="6263400" cy="4155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b="1">
                <a:solidFill>
                  <a:srgbClr val="FFFFFF"/>
                </a:solidFill>
                <a:latin typeface="Urbanist"/>
              </a:rPr>
              <a:t>Ways to enhance security</a:t>
            </a:r>
            <a:endParaRPr b="1" sz="1500">
              <a:solidFill>
                <a:schemeClr val="lt1"/>
              </a:solidFill>
              <a:latin typeface="Urbanist"/>
              <a:ea typeface="Urbanist"/>
              <a:cs typeface="Urbanist"/>
              <a:sym typeface="Urbanist"/>
            </a:endParaRPr>
          </a:p>
        </p:txBody>
      </p:sp>
      <p:sp>
        <p:nvSpPr>
          <p:cNvPr id="466" name="Google Shape;466;p44"/>
          <p:cNvSpPr txBox="1"/>
          <p:nvPr/>
        </p:nvSpPr>
        <p:spPr>
          <a:xfrm>
            <a:off x="413177" y="892511"/>
            <a:ext cx="6263164" cy="2200637"/>
          </a:xfrm>
          <a:prstGeom prst="rect">
            <a:avLst/>
          </a:prstGeom>
          <a:noFill/>
          <a:ln>
            <a:noFill/>
          </a:ln>
        </p:spPr>
        <p:txBody>
          <a:bodyPr anchor="t" anchorCtr="0" bIns="91425" lIns="91425" numCol="1" rIns="91425" spcFirstLastPara="1" tIns="91425" wrap="square">
            <a:spAutoFit/>
          </a:bodyPr>
          <a:lstStyle/>
          <a:p>
            <a:pPr algn="l" indent="0" lvl="0" marL="0" rtl="0">
              <a:lnSpc>
                <a:spcPct val="115000"/>
              </a:lnSpc>
              <a:spcBef>
                <a:spcPts val="1200"/>
              </a:spcBef>
              <a:spcAft>
                <a:spcPts val="0"/>
              </a:spcAft>
              <a:buNone/>
            </a:pPr>
            <a:r>
              <a:rPr b="1" sz="1200">
                <a:solidFill>
                  <a:srgbClr val="FFFFFF"/>
                </a:solidFill>
              </a:rPr>
              <a:t>Multi-factor authentication (MFA):</a:t>
            </a:r>
            <a:r>
              <a:rPr sz="1200">
                <a:solidFill>
                  <a:srgbClr val="FFFFFF"/>
                </a:solidFill>
              </a:rPr>
              <a:t> to use multiple types of identification to certify the justification of someone trying to log in to a system. </a:t>
            </a:r>
            <a:endParaRPr sz="1200">
              <a:solidFill>
                <a:schemeClr val="lt1"/>
              </a:solidFill>
            </a:endParaRPr>
          </a:p>
          <a:p>
            <a:pPr algn="l" indent="0" lvl="0" marL="0">
              <a:lnSpc>
                <a:spcPct val="115000"/>
              </a:lnSpc>
              <a:spcBef>
                <a:spcPts val="1200"/>
              </a:spcBef>
              <a:spcAft>
                <a:spcPts val="0"/>
              </a:spcAft>
              <a:buNone/>
            </a:pPr>
            <a:r>
              <a:rPr b="1" sz="1200">
                <a:solidFill>
                  <a:srgbClr val="FFFFFF"/>
                </a:solidFill>
              </a:rPr>
              <a:t>Browser selection:</a:t>
            </a:r>
            <a:r>
              <a:rPr sz="1200">
                <a:solidFill>
                  <a:srgbClr val="FFFFFF"/>
                </a:solidFill>
              </a:rPr>
              <a:t> to use a browser with high adept to protect.</a:t>
            </a:r>
            <a:r>
              <a:rPr/>
              <a:t>URL filtering</a:t>
            </a:r>
          </a:p>
          <a:p>
            <a:pPr algn="l" indent="0" lvl="0" marL="0">
              <a:lnSpc>
                <a:spcPct val="115000"/>
              </a:lnSpc>
              <a:spcBef>
                <a:spcPts val="1200"/>
              </a:spcBef>
              <a:spcAft>
                <a:spcPts val="0"/>
              </a:spcAft>
              <a:buNone/>
            </a:pPr>
            <a:r>
              <a:rPr b="1" sz="1200">
                <a:solidFill>
                  <a:srgbClr val="FFFFFF"/>
                </a:solidFill>
              </a:rPr>
              <a:t>URL filtering:</a:t>
            </a:r>
            <a:r>
              <a:rPr sz="1200">
                <a:solidFill>
                  <a:srgbClr val="FFFFFF"/>
                </a:solidFill>
              </a:rPr>
              <a:t> a kind of web filtering, restrict access to harmful websites, sites with offensive or illegal content.</a:t>
            </a:r>
          </a:p>
          <a:p>
            <a:pPr algn="l" indent="0" lvl="0" marL="0">
              <a:lnSpc>
                <a:spcPct val="115000"/>
              </a:lnSpc>
              <a:spcBef>
                <a:spcPts val="1200"/>
              </a:spcBef>
              <a:spcAft>
                <a:spcPts val="0"/>
              </a:spcAft>
              <a:buNone/>
            </a:pPr>
            <a:r>
              <a:rPr b="1" sz="1200">
                <a:solidFill>
                  <a:srgbClr val="FFFFFF"/>
                </a:solidFill>
              </a:rPr>
              <a:t>Data loss prevention</a:t>
            </a:r>
            <a:r>
              <a:rPr sz="1200">
                <a:solidFill>
                  <a:srgbClr val="FFFFFF"/>
                </a:solidFill>
              </a:rPr>
              <a:t>:</a:t>
            </a:r>
            <a:r>
              <a:rPr sz="1200">
                <a:solidFill>
                  <a:srgbClr val="FFFFFF"/>
                </a:solidFill>
              </a:rPr>
              <a:t> strategies designed to prevent sensitive data from being lost by i</a:t>
            </a:r>
            <a:r>
              <a:rPr sz="1200">
                <a:solidFill>
                  <a:srgbClr val="FFFFFF"/>
                </a:solidFill>
              </a:rPr>
              <a:t>nsecure cloud storage.</a:t>
            </a:r>
          </a:p>
          <a:p>
            <a:pPr algn="l" indent="0" lvl="0" marL="0">
              <a:lnSpc>
                <a:spcPct val="115000"/>
              </a:lnSpc>
              <a:spcBef>
                <a:spcPts val="1200"/>
              </a:spcBef>
              <a:spcAft>
                <a:spcPts val="0"/>
              </a:spcAft>
              <a:buNone/>
            </a:pPr>
            <a:r>
              <a:rPr b="1" sz="1200">
                <a:solidFill>
                  <a:srgbClr val="FFFFFF"/>
                </a:solidFill>
              </a:rPr>
              <a:t>Firewalls</a:t>
            </a:r>
            <a:r>
              <a:rPr sz="1200">
                <a:solidFill>
                  <a:srgbClr val="FFFFFF"/>
                </a:solidFill>
              </a:rPr>
              <a:t>: sieve the incoming and outgoing of the network. </a:t>
            </a:r>
          </a:p>
          <a:p>
            <a:pPr algn="l" indent="0" lvl="0" marL="0">
              <a:lnSpc>
                <a:spcPct val="115000"/>
              </a:lnSpc>
              <a:spcBef>
                <a:spcPts val="1200"/>
              </a:spcBef>
              <a:spcAft>
                <a:spcPts val="0"/>
              </a:spcAft>
              <a:buNone/>
            </a:pPr>
            <a:r>
              <a:rPr/>
              <a:t>FfDf</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5"/>
          <p:cNvSpPr txBox="1"/>
          <p:nvPr/>
        </p:nvSpPr>
        <p:spPr>
          <a:xfrm>
            <a:off x="469775" y="1113525"/>
            <a:ext cx="6263400" cy="1797900"/>
          </a:xfrm>
          <a:prstGeom prst="rect">
            <a:avLst/>
          </a:prstGeom>
          <a:noFill/>
          <a:ln>
            <a:noFill/>
          </a:ln>
        </p:spPr>
        <p:txBody>
          <a:bodyPr anchor="t" anchorCtr="0" bIns="91425" lIns="91425" numCol="1" rIns="91425" spcFirstLastPara="1" tIns="91425" wrap="square">
            <a:spAutoFit/>
          </a:bodyPr>
          <a:lstStyle/>
          <a:p>
            <a:pPr algn="l" indent="0" lvl="0" marL="0" rtl="0">
              <a:lnSpc>
                <a:spcPct val="115000"/>
              </a:lnSpc>
              <a:spcBef>
                <a:spcPts val="1200"/>
              </a:spcBef>
              <a:spcAft>
                <a:spcPts val="0"/>
              </a:spcAft>
              <a:buClr>
                <a:schemeClr val="dk1"/>
              </a:buClr>
              <a:buSzPts val="1100"/>
              <a:buFont typeface="Arial"/>
              <a:buNone/>
            </a:pPr>
            <a:r>
              <a:rPr altLang="en" lang="en" sz="1200">
                <a:solidFill>
                  <a:schemeClr val="lt1"/>
                </a:solidFill>
                <a:latin typeface="Urbanist"/>
                <a:ea typeface="Urbanist"/>
                <a:cs typeface="Urbanist"/>
                <a:sym typeface="Urbanist"/>
              </a:rPr>
              <a:t>This project provided a clear understanding of the fundamental concepts of computer networks, I learned how the Internet connects to a modem, how a router distributes connectivity to devices and how IP addressing, DNS and DHCP enable communication between devices and the Internet and Digital security threats and how to avoid them. This project strengthened my interest in Information Technology and prepared me for future academic studies by building a strong foundation in networking concepts essential for IT-related university programs.</a:t>
            </a:r>
            <a:endParaRPr sz="1200">
              <a:solidFill>
                <a:schemeClr val="lt1"/>
              </a:solidFill>
              <a:latin typeface="Urbanist"/>
              <a:ea typeface="Urbanist"/>
              <a:cs typeface="Urbanist"/>
              <a:sym typeface="Urbanist"/>
            </a:endParaRPr>
          </a:p>
          <a:p>
            <a:pPr algn="l" indent="0" lvl="0" marL="0" rtl="0">
              <a:spcBef>
                <a:spcPts val="1200"/>
              </a:spcBef>
              <a:spcAft>
                <a:spcPts val="0"/>
              </a:spcAft>
              <a:buNone/>
            </a:pPr>
            <a:r>
              <a:t/>
            </a:r>
            <a:endParaRPr sz="1200">
              <a:solidFill>
                <a:schemeClr val="lt1"/>
              </a:solidFill>
              <a:latin typeface="Urbanist"/>
              <a:ea typeface="Urbanist"/>
              <a:cs typeface="Urbanist"/>
              <a:sym typeface="Urbanist"/>
            </a:endParaRPr>
          </a:p>
        </p:txBody>
      </p:sp>
      <p:cxnSp>
        <p:nvCxnSpPr>
          <p:cNvPr id="473" name="Google Shape;473;p45"/>
          <p:cNvCxnSpPr/>
          <p:nvPr/>
        </p:nvCxnSpPr>
        <p:spPr>
          <a:xfrm>
            <a:off x="469775" y="232700"/>
            <a:ext cx="0" cy="4523700"/>
          </a:xfrm>
          <a:prstGeom prst="straightConnector1">
            <a:avLst/>
          </a:prstGeom>
          <a:noFill/>
          <a:ln cap="flat" cmpd="sng" w="9525">
            <a:solidFill>
              <a:schemeClr val="dk2"/>
            </a:solidFill>
            <a:prstDash val="solid"/>
            <a:round/>
            <a:headEnd len="med" type="none" w="med"/>
            <a:tailEnd len="med" type="none" w="med"/>
          </a:ln>
        </p:spPr>
      </p:cxnSp>
      <p:sp>
        <p:nvSpPr>
          <p:cNvPr id="474" name="Google Shape;474;p45"/>
          <p:cNvSpPr txBox="1"/>
          <p:nvPr/>
        </p:nvSpPr>
        <p:spPr>
          <a:xfrm>
            <a:off x="469775" y="457200"/>
            <a:ext cx="6263400" cy="415500"/>
          </a:xfrm>
          <a:prstGeom prst="rect">
            <a:avLst/>
          </a:prstGeom>
          <a:noFill/>
          <a:ln>
            <a:noFill/>
          </a:ln>
        </p:spPr>
        <p:txBody>
          <a:bodyPr anchor="t" anchorCtr="0" bIns="91425" lIns="91425" numCol="1" rIns="91425" spcFirstLastPara="1" tIns="91425" wrap="square">
            <a:spAutoFit/>
          </a:bodyPr>
          <a:lstStyle/>
          <a:p>
            <a:pPr algn="l" indent="0" lvl="0" marL="0" rtl="0">
              <a:spcBef>
                <a:spcPts val="0"/>
              </a:spcBef>
              <a:spcAft>
                <a:spcPts val="0"/>
              </a:spcAft>
              <a:buNone/>
            </a:pPr>
            <a:r>
              <a:rPr altLang="en" b="1" lang="en" sz="1500">
                <a:solidFill>
                  <a:schemeClr val="lt1"/>
                </a:solidFill>
                <a:latin typeface="Urbanist"/>
                <a:ea typeface="Urbanist"/>
                <a:cs typeface="Urbanist"/>
                <a:sym typeface="Urbanist"/>
              </a:rPr>
              <a:t>Conclusion </a:t>
            </a:r>
            <a:endParaRPr b="1" sz="1500">
              <a:solidFill>
                <a:schemeClr val="lt1"/>
              </a:solidFill>
              <a:latin typeface="Urbanist"/>
              <a:ea typeface="Urbanist"/>
              <a:cs typeface="Urbanist"/>
              <a:sym typeface="Urbanist"/>
            </a:endParaRPr>
          </a:p>
        </p:txBody>
      </p:sp>
    </p:spTree>
  </p:cSld>
  <p:clrMapOvr>
    <a:masterClrMapping/>
  </p:clrMapOvr>
</p:sld>
</file>

<file path=ppt/theme/theme1.xml><?xml version="1.0" encoding="utf-8"?>
<a:theme xmlns:a="http://schemas.openxmlformats.org/drawingml/2006/main" xmlns:r="http://schemas.openxmlformats.org/officeDocument/2006/relationships"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